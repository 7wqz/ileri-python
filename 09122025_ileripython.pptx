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52"/>
    <p:restoredTop sz="94632"/>
  </p:normalViewPr>
  <p:slideViewPr>
    <p:cSldViewPr snapToGrid="0">
      <p:cViewPr varScale="1">
        <p:scale>
          <a:sx n="132" d="100"/>
          <a:sy n="132" d="100"/>
        </p:scale>
        <p:origin x="1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778154-FA9F-4228-85A9-BEE2D7E5BCC5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CAF48B3-550B-4B71-B96E-C1BD9F40CF43}">
      <dgm:prSet/>
      <dgm:spPr/>
      <dgm:t>
        <a:bodyPr/>
        <a:lstStyle/>
        <a:p>
          <a:r>
            <a:rPr lang="tr-TR"/>
            <a:t>Çalışan programın kendisi.</a:t>
          </a:r>
          <a:endParaRPr lang="en-US"/>
        </a:p>
      </dgm:t>
    </dgm:pt>
    <dgm:pt modelId="{250F0C6B-44A4-4AB2-9EF6-36F2655FA7CD}" type="parTrans" cxnId="{24AF00FF-9AF9-4CCB-9280-346C135DD161}">
      <dgm:prSet/>
      <dgm:spPr/>
      <dgm:t>
        <a:bodyPr/>
        <a:lstStyle/>
        <a:p>
          <a:endParaRPr lang="en-US"/>
        </a:p>
      </dgm:t>
    </dgm:pt>
    <dgm:pt modelId="{09D20CFB-B633-402F-8181-1E19ABFE68D2}" type="sibTrans" cxnId="{24AF00FF-9AF9-4CCB-9280-346C135DD161}">
      <dgm:prSet/>
      <dgm:spPr/>
      <dgm:t>
        <a:bodyPr/>
        <a:lstStyle/>
        <a:p>
          <a:endParaRPr lang="en-US"/>
        </a:p>
      </dgm:t>
    </dgm:pt>
    <dgm:pt modelId="{550B6246-D98A-498C-B877-F7337C75EFEF}">
      <dgm:prSet/>
      <dgm:spPr/>
      <dgm:t>
        <a:bodyPr/>
        <a:lstStyle/>
        <a:p>
          <a:r>
            <a:rPr lang="tr-TR"/>
            <a:t>Her process’in:</a:t>
          </a:r>
          <a:endParaRPr lang="en-US"/>
        </a:p>
      </dgm:t>
    </dgm:pt>
    <dgm:pt modelId="{326D69D1-35D0-4B27-A076-2A31B3F77A93}" type="parTrans" cxnId="{563B9A63-1C74-4F1F-B1D6-75A824633443}">
      <dgm:prSet/>
      <dgm:spPr/>
      <dgm:t>
        <a:bodyPr/>
        <a:lstStyle/>
        <a:p>
          <a:endParaRPr lang="en-US"/>
        </a:p>
      </dgm:t>
    </dgm:pt>
    <dgm:pt modelId="{49C8F455-4398-4815-A4F0-3F80220C6A6E}" type="sibTrans" cxnId="{563B9A63-1C74-4F1F-B1D6-75A824633443}">
      <dgm:prSet/>
      <dgm:spPr/>
      <dgm:t>
        <a:bodyPr/>
        <a:lstStyle/>
        <a:p>
          <a:endParaRPr lang="en-US"/>
        </a:p>
      </dgm:t>
    </dgm:pt>
    <dgm:pt modelId="{053FC066-1623-4753-A551-2096F43D3400}">
      <dgm:prSet/>
      <dgm:spPr/>
      <dgm:t>
        <a:bodyPr/>
        <a:lstStyle/>
        <a:p>
          <a:r>
            <a:rPr lang="tr-TR"/>
            <a:t>Kendi adres alanı (RAM’de ayrı bölgesi),</a:t>
          </a:r>
          <a:endParaRPr lang="en-US"/>
        </a:p>
      </dgm:t>
    </dgm:pt>
    <dgm:pt modelId="{277EAC3D-BF2D-4B9C-8F9F-DEA2176EC991}" type="parTrans" cxnId="{19E37E91-A0C2-4291-984D-4598B93CF602}">
      <dgm:prSet/>
      <dgm:spPr/>
      <dgm:t>
        <a:bodyPr/>
        <a:lstStyle/>
        <a:p>
          <a:endParaRPr lang="en-US"/>
        </a:p>
      </dgm:t>
    </dgm:pt>
    <dgm:pt modelId="{270228CA-8D1E-4F14-A1FA-2863CB1F8898}" type="sibTrans" cxnId="{19E37E91-A0C2-4291-984D-4598B93CF602}">
      <dgm:prSet/>
      <dgm:spPr/>
      <dgm:t>
        <a:bodyPr/>
        <a:lstStyle/>
        <a:p>
          <a:endParaRPr lang="en-US"/>
        </a:p>
      </dgm:t>
    </dgm:pt>
    <dgm:pt modelId="{2D009AE5-215A-4481-95A2-3AF6B66EC6A6}">
      <dgm:prSet/>
      <dgm:spPr/>
      <dgm:t>
        <a:bodyPr/>
        <a:lstStyle/>
        <a:p>
          <a:r>
            <a:rPr lang="tr-TR"/>
            <a:t>Kendi değişkenleri,</a:t>
          </a:r>
          <a:endParaRPr lang="en-US"/>
        </a:p>
      </dgm:t>
    </dgm:pt>
    <dgm:pt modelId="{5E3C0651-4C6A-4176-8DC0-37C54FBD685F}" type="parTrans" cxnId="{0F99AC6E-CD5D-4287-8029-A3632CF8C2F7}">
      <dgm:prSet/>
      <dgm:spPr/>
      <dgm:t>
        <a:bodyPr/>
        <a:lstStyle/>
        <a:p>
          <a:endParaRPr lang="en-US"/>
        </a:p>
      </dgm:t>
    </dgm:pt>
    <dgm:pt modelId="{33FF5AC3-D825-40D3-A301-E71684EBB067}" type="sibTrans" cxnId="{0F99AC6E-CD5D-4287-8029-A3632CF8C2F7}">
      <dgm:prSet/>
      <dgm:spPr/>
      <dgm:t>
        <a:bodyPr/>
        <a:lstStyle/>
        <a:p>
          <a:endParaRPr lang="en-US"/>
        </a:p>
      </dgm:t>
    </dgm:pt>
    <dgm:pt modelId="{18C35AA9-E595-4FD8-8D8B-1A26FA55F723}">
      <dgm:prSet/>
      <dgm:spPr/>
      <dgm:t>
        <a:bodyPr/>
        <a:lstStyle/>
        <a:p>
          <a:r>
            <a:rPr lang="tr-TR"/>
            <a:t>Kendi stack’i var.</a:t>
          </a:r>
          <a:endParaRPr lang="en-US"/>
        </a:p>
      </dgm:t>
    </dgm:pt>
    <dgm:pt modelId="{4F69EAFD-0105-430A-987A-EC5A5D1FA483}" type="parTrans" cxnId="{FD6D77B5-666F-4FC4-9D69-2A3BF7A9F6FB}">
      <dgm:prSet/>
      <dgm:spPr/>
      <dgm:t>
        <a:bodyPr/>
        <a:lstStyle/>
        <a:p>
          <a:endParaRPr lang="en-US"/>
        </a:p>
      </dgm:t>
    </dgm:pt>
    <dgm:pt modelId="{A627B8D3-B522-4DC7-BD2F-77259149124F}" type="sibTrans" cxnId="{FD6D77B5-666F-4FC4-9D69-2A3BF7A9F6FB}">
      <dgm:prSet/>
      <dgm:spPr/>
      <dgm:t>
        <a:bodyPr/>
        <a:lstStyle/>
        <a:p>
          <a:endParaRPr lang="en-US"/>
        </a:p>
      </dgm:t>
    </dgm:pt>
    <dgm:pt modelId="{1F918ABB-35DC-499C-AC9C-F295B174B91B}">
      <dgm:prSet/>
      <dgm:spPr/>
      <dgm:t>
        <a:bodyPr/>
        <a:lstStyle/>
        <a:p>
          <a:r>
            <a:rPr lang="tr-TR"/>
            <a:t>Bir process çökerse, diğer process’leri direkt etkilemez.</a:t>
          </a:r>
          <a:endParaRPr lang="en-US"/>
        </a:p>
      </dgm:t>
    </dgm:pt>
    <dgm:pt modelId="{02B9D48B-002B-4EDA-956C-BE8851CB9EB3}" type="parTrans" cxnId="{6747DED6-6B24-474B-AD5D-56D49547E516}">
      <dgm:prSet/>
      <dgm:spPr/>
      <dgm:t>
        <a:bodyPr/>
        <a:lstStyle/>
        <a:p>
          <a:endParaRPr lang="en-US"/>
        </a:p>
      </dgm:t>
    </dgm:pt>
    <dgm:pt modelId="{54717AB6-3708-4A6E-AAD6-872D00BD10C2}" type="sibTrans" cxnId="{6747DED6-6B24-474B-AD5D-56D49547E516}">
      <dgm:prSet/>
      <dgm:spPr/>
      <dgm:t>
        <a:bodyPr/>
        <a:lstStyle/>
        <a:p>
          <a:endParaRPr lang="en-US"/>
        </a:p>
      </dgm:t>
    </dgm:pt>
    <dgm:pt modelId="{1A898370-F40F-7749-8010-42A16CAD0C5D}" type="pres">
      <dgm:prSet presAssocID="{15778154-FA9F-4228-85A9-BEE2D7E5BCC5}" presName="Name0" presStyleCnt="0">
        <dgm:presLayoutVars>
          <dgm:dir/>
          <dgm:animLvl val="lvl"/>
          <dgm:resizeHandles val="exact"/>
        </dgm:presLayoutVars>
      </dgm:prSet>
      <dgm:spPr/>
    </dgm:pt>
    <dgm:pt modelId="{EC0D1722-8231-384C-A9F3-32A60747BF7A}" type="pres">
      <dgm:prSet presAssocID="{550B6246-D98A-498C-B877-F7337C75EFEF}" presName="boxAndChildren" presStyleCnt="0"/>
      <dgm:spPr/>
    </dgm:pt>
    <dgm:pt modelId="{C04500F5-94C9-1344-9477-0D7483ECD593}" type="pres">
      <dgm:prSet presAssocID="{550B6246-D98A-498C-B877-F7337C75EFEF}" presName="parentTextBox" presStyleLbl="node1" presStyleIdx="0" presStyleCnt="2"/>
      <dgm:spPr/>
    </dgm:pt>
    <dgm:pt modelId="{779640E2-252B-B542-8FDA-D270BD1F640B}" type="pres">
      <dgm:prSet presAssocID="{550B6246-D98A-498C-B877-F7337C75EFEF}" presName="entireBox" presStyleLbl="node1" presStyleIdx="0" presStyleCnt="2"/>
      <dgm:spPr/>
    </dgm:pt>
    <dgm:pt modelId="{AB85A791-9DCC-7043-8657-238CC40BC694}" type="pres">
      <dgm:prSet presAssocID="{550B6246-D98A-498C-B877-F7337C75EFEF}" presName="descendantBox" presStyleCnt="0"/>
      <dgm:spPr/>
    </dgm:pt>
    <dgm:pt modelId="{C2E23AFB-DB0B-3640-94B1-A3D1444AC927}" type="pres">
      <dgm:prSet presAssocID="{053FC066-1623-4753-A551-2096F43D3400}" presName="childTextBox" presStyleLbl="fgAccFollowNode1" presStyleIdx="0" presStyleCnt="4">
        <dgm:presLayoutVars>
          <dgm:bulletEnabled val="1"/>
        </dgm:presLayoutVars>
      </dgm:prSet>
      <dgm:spPr/>
    </dgm:pt>
    <dgm:pt modelId="{1CD9619C-D19A-164C-8854-89B77BB9261B}" type="pres">
      <dgm:prSet presAssocID="{2D009AE5-215A-4481-95A2-3AF6B66EC6A6}" presName="childTextBox" presStyleLbl="fgAccFollowNode1" presStyleIdx="1" presStyleCnt="4">
        <dgm:presLayoutVars>
          <dgm:bulletEnabled val="1"/>
        </dgm:presLayoutVars>
      </dgm:prSet>
      <dgm:spPr/>
    </dgm:pt>
    <dgm:pt modelId="{7FCE0C5F-F78C-FD43-8B49-3619FBCB40F2}" type="pres">
      <dgm:prSet presAssocID="{18C35AA9-E595-4FD8-8D8B-1A26FA55F723}" presName="childTextBox" presStyleLbl="fgAccFollowNode1" presStyleIdx="2" presStyleCnt="4">
        <dgm:presLayoutVars>
          <dgm:bulletEnabled val="1"/>
        </dgm:presLayoutVars>
      </dgm:prSet>
      <dgm:spPr/>
    </dgm:pt>
    <dgm:pt modelId="{E4F7707B-AE8B-834A-AB22-815D74D1A52E}" type="pres">
      <dgm:prSet presAssocID="{1F918ABB-35DC-499C-AC9C-F295B174B91B}" presName="childTextBox" presStyleLbl="fgAccFollowNode1" presStyleIdx="3" presStyleCnt="4">
        <dgm:presLayoutVars>
          <dgm:bulletEnabled val="1"/>
        </dgm:presLayoutVars>
      </dgm:prSet>
      <dgm:spPr/>
    </dgm:pt>
    <dgm:pt modelId="{75037C78-2FD4-F149-A571-FAEBDE43F9D4}" type="pres">
      <dgm:prSet presAssocID="{09D20CFB-B633-402F-8181-1E19ABFE68D2}" presName="sp" presStyleCnt="0"/>
      <dgm:spPr/>
    </dgm:pt>
    <dgm:pt modelId="{35B0B572-E7B2-0F40-B399-A8EEFB86057C}" type="pres">
      <dgm:prSet presAssocID="{1CAF48B3-550B-4B71-B96E-C1BD9F40CF43}" presName="arrowAndChildren" presStyleCnt="0"/>
      <dgm:spPr/>
    </dgm:pt>
    <dgm:pt modelId="{01692B28-E7D6-644A-BB22-3B9E51929376}" type="pres">
      <dgm:prSet presAssocID="{1CAF48B3-550B-4B71-B96E-C1BD9F40CF43}" presName="parentTextArrow" presStyleLbl="node1" presStyleIdx="1" presStyleCnt="2"/>
      <dgm:spPr/>
    </dgm:pt>
  </dgm:ptLst>
  <dgm:cxnLst>
    <dgm:cxn modelId="{00B5683E-57A6-6B43-ADC6-37B16979B34F}" type="presOf" srcId="{550B6246-D98A-498C-B877-F7337C75EFEF}" destId="{779640E2-252B-B542-8FDA-D270BD1F640B}" srcOrd="1" destOrd="0" presId="urn:microsoft.com/office/officeart/2005/8/layout/process4"/>
    <dgm:cxn modelId="{8522FE46-8A27-D241-B172-3B7BDE8EA6CD}" type="presOf" srcId="{550B6246-D98A-498C-B877-F7337C75EFEF}" destId="{C04500F5-94C9-1344-9477-0D7483ECD593}" srcOrd="0" destOrd="0" presId="urn:microsoft.com/office/officeart/2005/8/layout/process4"/>
    <dgm:cxn modelId="{C36EFD53-F5D3-DD43-ACC2-DB614659B129}" type="presOf" srcId="{1F918ABB-35DC-499C-AC9C-F295B174B91B}" destId="{E4F7707B-AE8B-834A-AB22-815D74D1A52E}" srcOrd="0" destOrd="0" presId="urn:microsoft.com/office/officeart/2005/8/layout/process4"/>
    <dgm:cxn modelId="{563B9A63-1C74-4F1F-B1D6-75A824633443}" srcId="{15778154-FA9F-4228-85A9-BEE2D7E5BCC5}" destId="{550B6246-D98A-498C-B877-F7337C75EFEF}" srcOrd="1" destOrd="0" parTransId="{326D69D1-35D0-4B27-A076-2A31B3F77A93}" sibTransId="{49C8F455-4398-4815-A4F0-3F80220C6A6E}"/>
    <dgm:cxn modelId="{0F99AC6E-CD5D-4287-8029-A3632CF8C2F7}" srcId="{550B6246-D98A-498C-B877-F7337C75EFEF}" destId="{2D009AE5-215A-4481-95A2-3AF6B66EC6A6}" srcOrd="1" destOrd="0" parTransId="{5E3C0651-4C6A-4176-8DC0-37C54FBD685F}" sibTransId="{33FF5AC3-D825-40D3-A301-E71684EBB067}"/>
    <dgm:cxn modelId="{EC046582-8B6F-544D-8288-CD2A0747C2AA}" type="presOf" srcId="{18C35AA9-E595-4FD8-8D8B-1A26FA55F723}" destId="{7FCE0C5F-F78C-FD43-8B49-3619FBCB40F2}" srcOrd="0" destOrd="0" presId="urn:microsoft.com/office/officeart/2005/8/layout/process4"/>
    <dgm:cxn modelId="{619BA782-BFFD-024C-B3BB-C52352BB9095}" type="presOf" srcId="{053FC066-1623-4753-A551-2096F43D3400}" destId="{C2E23AFB-DB0B-3640-94B1-A3D1444AC927}" srcOrd="0" destOrd="0" presId="urn:microsoft.com/office/officeart/2005/8/layout/process4"/>
    <dgm:cxn modelId="{19E37E91-A0C2-4291-984D-4598B93CF602}" srcId="{550B6246-D98A-498C-B877-F7337C75EFEF}" destId="{053FC066-1623-4753-A551-2096F43D3400}" srcOrd="0" destOrd="0" parTransId="{277EAC3D-BF2D-4B9C-8F9F-DEA2176EC991}" sibTransId="{270228CA-8D1E-4F14-A1FA-2863CB1F8898}"/>
    <dgm:cxn modelId="{2353D1A8-D73C-6842-82DD-22A37B32DC85}" type="presOf" srcId="{1CAF48B3-550B-4B71-B96E-C1BD9F40CF43}" destId="{01692B28-E7D6-644A-BB22-3B9E51929376}" srcOrd="0" destOrd="0" presId="urn:microsoft.com/office/officeart/2005/8/layout/process4"/>
    <dgm:cxn modelId="{33832EAA-645A-E843-9FBB-44424D161E99}" type="presOf" srcId="{15778154-FA9F-4228-85A9-BEE2D7E5BCC5}" destId="{1A898370-F40F-7749-8010-42A16CAD0C5D}" srcOrd="0" destOrd="0" presId="urn:microsoft.com/office/officeart/2005/8/layout/process4"/>
    <dgm:cxn modelId="{FD6D77B5-666F-4FC4-9D69-2A3BF7A9F6FB}" srcId="{550B6246-D98A-498C-B877-F7337C75EFEF}" destId="{18C35AA9-E595-4FD8-8D8B-1A26FA55F723}" srcOrd="2" destOrd="0" parTransId="{4F69EAFD-0105-430A-987A-EC5A5D1FA483}" sibTransId="{A627B8D3-B522-4DC7-BD2F-77259149124F}"/>
    <dgm:cxn modelId="{6747DED6-6B24-474B-AD5D-56D49547E516}" srcId="{550B6246-D98A-498C-B877-F7337C75EFEF}" destId="{1F918ABB-35DC-499C-AC9C-F295B174B91B}" srcOrd="3" destOrd="0" parTransId="{02B9D48B-002B-4EDA-956C-BE8851CB9EB3}" sibTransId="{54717AB6-3708-4A6E-AAD6-872D00BD10C2}"/>
    <dgm:cxn modelId="{B50682E2-4CBC-784B-B769-40A585D12203}" type="presOf" srcId="{2D009AE5-215A-4481-95A2-3AF6B66EC6A6}" destId="{1CD9619C-D19A-164C-8854-89B77BB9261B}" srcOrd="0" destOrd="0" presId="urn:microsoft.com/office/officeart/2005/8/layout/process4"/>
    <dgm:cxn modelId="{24AF00FF-9AF9-4CCB-9280-346C135DD161}" srcId="{15778154-FA9F-4228-85A9-BEE2D7E5BCC5}" destId="{1CAF48B3-550B-4B71-B96E-C1BD9F40CF43}" srcOrd="0" destOrd="0" parTransId="{250F0C6B-44A4-4AB2-9EF6-36F2655FA7CD}" sibTransId="{09D20CFB-B633-402F-8181-1E19ABFE68D2}"/>
    <dgm:cxn modelId="{2DD6422F-AFE6-1A45-9AB2-CE8442475322}" type="presParOf" srcId="{1A898370-F40F-7749-8010-42A16CAD0C5D}" destId="{EC0D1722-8231-384C-A9F3-32A60747BF7A}" srcOrd="0" destOrd="0" presId="urn:microsoft.com/office/officeart/2005/8/layout/process4"/>
    <dgm:cxn modelId="{A646CEA1-CA23-894B-B0C8-17588A6F82A8}" type="presParOf" srcId="{EC0D1722-8231-384C-A9F3-32A60747BF7A}" destId="{C04500F5-94C9-1344-9477-0D7483ECD593}" srcOrd="0" destOrd="0" presId="urn:microsoft.com/office/officeart/2005/8/layout/process4"/>
    <dgm:cxn modelId="{B25D7572-C31D-F24D-8CFE-6141AE506561}" type="presParOf" srcId="{EC0D1722-8231-384C-A9F3-32A60747BF7A}" destId="{779640E2-252B-B542-8FDA-D270BD1F640B}" srcOrd="1" destOrd="0" presId="urn:microsoft.com/office/officeart/2005/8/layout/process4"/>
    <dgm:cxn modelId="{105F9D83-01C5-A542-B6F7-05F1BAADFB6E}" type="presParOf" srcId="{EC0D1722-8231-384C-A9F3-32A60747BF7A}" destId="{AB85A791-9DCC-7043-8657-238CC40BC694}" srcOrd="2" destOrd="0" presId="urn:microsoft.com/office/officeart/2005/8/layout/process4"/>
    <dgm:cxn modelId="{9A0ED3F0-78CA-E940-84B8-F592589C7F18}" type="presParOf" srcId="{AB85A791-9DCC-7043-8657-238CC40BC694}" destId="{C2E23AFB-DB0B-3640-94B1-A3D1444AC927}" srcOrd="0" destOrd="0" presId="urn:microsoft.com/office/officeart/2005/8/layout/process4"/>
    <dgm:cxn modelId="{735FB845-49CD-E741-9A5D-FC9AB5318D6D}" type="presParOf" srcId="{AB85A791-9DCC-7043-8657-238CC40BC694}" destId="{1CD9619C-D19A-164C-8854-89B77BB9261B}" srcOrd="1" destOrd="0" presId="urn:microsoft.com/office/officeart/2005/8/layout/process4"/>
    <dgm:cxn modelId="{762579BB-E373-B446-B674-018949A22A1C}" type="presParOf" srcId="{AB85A791-9DCC-7043-8657-238CC40BC694}" destId="{7FCE0C5F-F78C-FD43-8B49-3619FBCB40F2}" srcOrd="2" destOrd="0" presId="urn:microsoft.com/office/officeart/2005/8/layout/process4"/>
    <dgm:cxn modelId="{7083A99D-FF1A-C24A-996C-98E8370D13EC}" type="presParOf" srcId="{AB85A791-9DCC-7043-8657-238CC40BC694}" destId="{E4F7707B-AE8B-834A-AB22-815D74D1A52E}" srcOrd="3" destOrd="0" presId="urn:microsoft.com/office/officeart/2005/8/layout/process4"/>
    <dgm:cxn modelId="{B653A45D-9EDF-A145-ADB5-CB2A3EF5025A}" type="presParOf" srcId="{1A898370-F40F-7749-8010-42A16CAD0C5D}" destId="{75037C78-2FD4-F149-A571-FAEBDE43F9D4}" srcOrd="1" destOrd="0" presId="urn:microsoft.com/office/officeart/2005/8/layout/process4"/>
    <dgm:cxn modelId="{976637EF-42C1-B84A-BA54-39059D76667B}" type="presParOf" srcId="{1A898370-F40F-7749-8010-42A16CAD0C5D}" destId="{35B0B572-E7B2-0F40-B399-A8EEFB86057C}" srcOrd="2" destOrd="0" presId="urn:microsoft.com/office/officeart/2005/8/layout/process4"/>
    <dgm:cxn modelId="{064AACAB-073A-3140-AB1A-817E26B44863}" type="presParOf" srcId="{35B0B572-E7B2-0F40-B399-A8EEFB86057C}" destId="{01692B28-E7D6-644A-BB22-3B9E5192937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2AA8F0-E9F2-4B1E-A571-82B477A2A94F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AF03127-B05C-4428-9EBF-E0E04936901C}">
      <dgm:prSet/>
      <dgm:spPr/>
      <dgm:t>
        <a:bodyPr/>
        <a:lstStyle/>
        <a:p>
          <a:r>
            <a:rPr lang="tr-TR"/>
            <a:t>Ama şu olabilir:</a:t>
          </a:r>
          <a:endParaRPr lang="en-US"/>
        </a:p>
      </dgm:t>
    </dgm:pt>
    <dgm:pt modelId="{00E6C13E-6912-48DF-B852-DA77D78D5664}" type="parTrans" cxnId="{1F1F9FAB-AD4A-48F2-B66C-E2AA94041ADA}">
      <dgm:prSet/>
      <dgm:spPr/>
      <dgm:t>
        <a:bodyPr/>
        <a:lstStyle/>
        <a:p>
          <a:endParaRPr lang="en-US"/>
        </a:p>
      </dgm:t>
    </dgm:pt>
    <dgm:pt modelId="{5E288820-639A-4045-A5C0-63C0ADC6B034}" type="sibTrans" cxnId="{1F1F9FAB-AD4A-48F2-B66C-E2AA94041ADA}">
      <dgm:prSet/>
      <dgm:spPr/>
      <dgm:t>
        <a:bodyPr/>
        <a:lstStyle/>
        <a:p>
          <a:endParaRPr lang="en-US"/>
        </a:p>
      </dgm:t>
    </dgm:pt>
    <dgm:pt modelId="{2A15F9DF-9FB8-4F25-A76A-E9FE0E912EB4}">
      <dgm:prSet/>
      <dgm:spPr/>
      <dgm:t>
        <a:bodyPr/>
        <a:lstStyle/>
        <a:p>
          <a:r>
            <a:rPr lang="tr-TR"/>
            <a:t>İkisi aynı anda bakiyeyi okur → ikisi de 100 görür.</a:t>
          </a:r>
          <a:endParaRPr lang="en-US"/>
        </a:p>
      </dgm:t>
    </dgm:pt>
    <dgm:pt modelId="{08A26C83-5223-4D64-A888-201C9FF113DD}" type="parTrans" cxnId="{60C951B6-B087-4637-8D01-6AF246F75902}">
      <dgm:prSet/>
      <dgm:spPr/>
      <dgm:t>
        <a:bodyPr/>
        <a:lstStyle/>
        <a:p>
          <a:endParaRPr lang="en-US"/>
        </a:p>
      </dgm:t>
    </dgm:pt>
    <dgm:pt modelId="{F12F808A-664E-4F05-9032-BF343928E67F}" type="sibTrans" cxnId="{60C951B6-B087-4637-8D01-6AF246F75902}">
      <dgm:prSet/>
      <dgm:spPr/>
      <dgm:t>
        <a:bodyPr/>
        <a:lstStyle/>
        <a:p>
          <a:endParaRPr lang="en-US"/>
        </a:p>
      </dgm:t>
    </dgm:pt>
    <dgm:pt modelId="{C40879CE-75C4-4E10-AA5A-DCCA3DD4BC8F}">
      <dgm:prSet/>
      <dgm:spPr/>
      <dgm:t>
        <a:bodyPr/>
        <a:lstStyle/>
        <a:p>
          <a:r>
            <a:rPr lang="tr-TR"/>
            <a:t>A, 100–100=0 yazar.</a:t>
          </a:r>
          <a:endParaRPr lang="en-US"/>
        </a:p>
      </dgm:t>
    </dgm:pt>
    <dgm:pt modelId="{9CEF3801-A246-411C-86EB-DA3AB322F76F}" type="parTrans" cxnId="{B1D65BAF-0477-42EF-9558-3EF262EC5C36}">
      <dgm:prSet/>
      <dgm:spPr/>
      <dgm:t>
        <a:bodyPr/>
        <a:lstStyle/>
        <a:p>
          <a:endParaRPr lang="en-US"/>
        </a:p>
      </dgm:t>
    </dgm:pt>
    <dgm:pt modelId="{5AB9D6E6-06BB-45F2-9140-CCA81FC3E45A}" type="sibTrans" cxnId="{B1D65BAF-0477-42EF-9558-3EF262EC5C36}">
      <dgm:prSet/>
      <dgm:spPr/>
      <dgm:t>
        <a:bodyPr/>
        <a:lstStyle/>
        <a:p>
          <a:endParaRPr lang="en-US"/>
        </a:p>
      </dgm:t>
    </dgm:pt>
    <dgm:pt modelId="{2E72896B-F289-45B6-B690-BF8592F34F83}">
      <dgm:prSet/>
      <dgm:spPr/>
      <dgm:t>
        <a:bodyPr/>
        <a:lstStyle/>
        <a:p>
          <a:r>
            <a:rPr lang="tr-TR"/>
            <a:t>B, kendi hesabına göre 100–50=50 yazar (çünkü o da 100 görmüştü).</a:t>
          </a:r>
          <a:endParaRPr lang="en-US"/>
        </a:p>
      </dgm:t>
    </dgm:pt>
    <dgm:pt modelId="{CAFFE314-A050-4D00-91F8-3ECD09CBFA27}" type="parTrans" cxnId="{607B61B4-4C76-4BE5-9BFA-8310E25CD2CD}">
      <dgm:prSet/>
      <dgm:spPr/>
      <dgm:t>
        <a:bodyPr/>
        <a:lstStyle/>
        <a:p>
          <a:endParaRPr lang="en-US"/>
        </a:p>
      </dgm:t>
    </dgm:pt>
    <dgm:pt modelId="{5210C19B-A09C-4DF4-BCB3-8522264821E4}" type="sibTrans" cxnId="{607B61B4-4C76-4BE5-9BFA-8310E25CD2CD}">
      <dgm:prSet/>
      <dgm:spPr/>
      <dgm:t>
        <a:bodyPr/>
        <a:lstStyle/>
        <a:p>
          <a:endParaRPr lang="en-US"/>
        </a:p>
      </dgm:t>
    </dgm:pt>
    <dgm:pt modelId="{3B786B81-8284-4473-A60A-6748B4F17F43}">
      <dgm:prSet/>
      <dgm:spPr/>
      <dgm:t>
        <a:bodyPr/>
        <a:lstStyle/>
        <a:p>
          <a:r>
            <a:rPr lang="tr-TR"/>
            <a:t>Sonuç bakiye: </a:t>
          </a:r>
          <a:r>
            <a:rPr lang="tr-TR" b="1"/>
            <a:t>50 TL</a:t>
          </a:r>
          <a:r>
            <a:rPr lang="tr-TR"/>
            <a:t> (aslında 0 ya da –50 değil, tam yanlış).</a:t>
          </a:r>
          <a:endParaRPr lang="en-US"/>
        </a:p>
      </dgm:t>
    </dgm:pt>
    <dgm:pt modelId="{9BBF24CF-6FB6-461E-BBAD-A70CA45B1C24}" type="parTrans" cxnId="{746AB764-9DB7-4C93-8649-0EB1C5DA0AF3}">
      <dgm:prSet/>
      <dgm:spPr/>
      <dgm:t>
        <a:bodyPr/>
        <a:lstStyle/>
        <a:p>
          <a:endParaRPr lang="en-US"/>
        </a:p>
      </dgm:t>
    </dgm:pt>
    <dgm:pt modelId="{05CA13E6-90EB-45B9-8716-E8793517EFC5}" type="sibTrans" cxnId="{746AB764-9DB7-4C93-8649-0EB1C5DA0AF3}">
      <dgm:prSet/>
      <dgm:spPr/>
      <dgm:t>
        <a:bodyPr/>
        <a:lstStyle/>
        <a:p>
          <a:endParaRPr lang="en-US"/>
        </a:p>
      </dgm:t>
    </dgm:pt>
    <dgm:pt modelId="{1CE6B8E4-8184-4FD6-83AD-82696E611B55}">
      <dgm:prSet/>
      <dgm:spPr/>
      <dgm:t>
        <a:bodyPr/>
        <a:lstStyle/>
        <a:p>
          <a:r>
            <a:rPr lang="tr-TR" dirty="0"/>
            <a:t>Bu “iki </a:t>
          </a:r>
          <a:r>
            <a:rPr lang="tr-TR" dirty="0" err="1"/>
            <a:t>thread</a:t>
          </a:r>
          <a:r>
            <a:rPr lang="tr-TR" dirty="0"/>
            <a:t> yarışıyor, kim önce yazarsa o kazanıyor” tarzı durum → </a:t>
          </a:r>
          <a:r>
            <a:rPr lang="tr-TR" b="1" dirty="0" err="1"/>
            <a:t>race</a:t>
          </a:r>
          <a:r>
            <a:rPr lang="tr-TR" b="1" dirty="0"/>
            <a:t> </a:t>
          </a:r>
          <a:r>
            <a:rPr lang="tr-TR" b="1" dirty="0" err="1"/>
            <a:t>condition</a:t>
          </a:r>
          <a:r>
            <a:rPr lang="tr-TR" dirty="0"/>
            <a:t>.</a:t>
          </a:r>
          <a:endParaRPr lang="en-US" dirty="0"/>
        </a:p>
      </dgm:t>
    </dgm:pt>
    <dgm:pt modelId="{77829B9C-4674-44FA-AF2F-BCD3599545CB}" type="parTrans" cxnId="{88CF374C-5570-4BB9-80ED-6C61EB48307C}">
      <dgm:prSet/>
      <dgm:spPr/>
      <dgm:t>
        <a:bodyPr/>
        <a:lstStyle/>
        <a:p>
          <a:endParaRPr lang="en-US"/>
        </a:p>
      </dgm:t>
    </dgm:pt>
    <dgm:pt modelId="{096A215A-CC4D-4332-94B8-8D5E5DA7D531}" type="sibTrans" cxnId="{88CF374C-5570-4BB9-80ED-6C61EB48307C}">
      <dgm:prSet/>
      <dgm:spPr/>
      <dgm:t>
        <a:bodyPr/>
        <a:lstStyle/>
        <a:p>
          <a:endParaRPr lang="en-US"/>
        </a:p>
      </dgm:t>
    </dgm:pt>
    <dgm:pt modelId="{1285FE76-E9CE-4823-B504-C27DC325EBCB}">
      <dgm:prSet/>
      <dgm:spPr/>
      <dgm:t>
        <a:bodyPr/>
        <a:lstStyle/>
        <a:p>
          <a:r>
            <a:rPr lang="tr-TR" dirty="0"/>
            <a:t>Yani, “</a:t>
          </a:r>
          <a:r>
            <a:rPr lang="tr-TR" dirty="0" err="1"/>
            <a:t>Race</a:t>
          </a:r>
          <a:r>
            <a:rPr lang="tr-TR" dirty="0"/>
            <a:t> </a:t>
          </a:r>
          <a:r>
            <a:rPr lang="tr-TR" dirty="0" err="1"/>
            <a:t>condition</a:t>
          </a:r>
          <a:r>
            <a:rPr lang="tr-TR" dirty="0"/>
            <a:t>, birden fazla </a:t>
          </a:r>
          <a:r>
            <a:rPr lang="tr-TR" dirty="0" err="1"/>
            <a:t>thread’in</a:t>
          </a:r>
          <a:r>
            <a:rPr lang="tr-TR" dirty="0"/>
            <a:t> aynı veriyi aynı anda değiştirmeye çalışması ve sonucun zamanlamaya bağlı olarak yanlış çıkmasıdır.”</a:t>
          </a:r>
          <a:endParaRPr lang="en-US" dirty="0"/>
        </a:p>
      </dgm:t>
    </dgm:pt>
    <dgm:pt modelId="{A2A4CCF3-22F9-4DFC-9D47-66FAFA9EAE1D}" type="parTrans" cxnId="{671BB2F1-AAC4-4373-8436-B37D0DEF0311}">
      <dgm:prSet/>
      <dgm:spPr/>
      <dgm:t>
        <a:bodyPr/>
        <a:lstStyle/>
        <a:p>
          <a:endParaRPr lang="en-US"/>
        </a:p>
      </dgm:t>
    </dgm:pt>
    <dgm:pt modelId="{C6B0CBB5-97E9-4B77-A43B-70309CA8BB0B}" type="sibTrans" cxnId="{671BB2F1-AAC4-4373-8436-B37D0DEF0311}">
      <dgm:prSet/>
      <dgm:spPr/>
      <dgm:t>
        <a:bodyPr/>
        <a:lstStyle/>
        <a:p>
          <a:endParaRPr lang="en-US"/>
        </a:p>
      </dgm:t>
    </dgm:pt>
    <dgm:pt modelId="{651000F5-F14B-E945-8DBD-AB5690EB567F}" type="pres">
      <dgm:prSet presAssocID="{472AA8F0-E9F2-4B1E-A571-82B477A2A94F}" presName="vert0" presStyleCnt="0">
        <dgm:presLayoutVars>
          <dgm:dir/>
          <dgm:animOne val="branch"/>
          <dgm:animLvl val="lvl"/>
        </dgm:presLayoutVars>
      </dgm:prSet>
      <dgm:spPr/>
    </dgm:pt>
    <dgm:pt modelId="{975DB57A-1089-6645-BE0F-D35264A38CE7}" type="pres">
      <dgm:prSet presAssocID="{7AF03127-B05C-4428-9EBF-E0E04936901C}" presName="thickLine" presStyleLbl="alignNode1" presStyleIdx="0" presStyleCnt="7"/>
      <dgm:spPr/>
    </dgm:pt>
    <dgm:pt modelId="{81568086-758F-F849-929C-B71E4FB556D2}" type="pres">
      <dgm:prSet presAssocID="{7AF03127-B05C-4428-9EBF-E0E04936901C}" presName="horz1" presStyleCnt="0"/>
      <dgm:spPr/>
    </dgm:pt>
    <dgm:pt modelId="{F5031A18-20A3-CC41-99BC-4045F62BE3E9}" type="pres">
      <dgm:prSet presAssocID="{7AF03127-B05C-4428-9EBF-E0E04936901C}" presName="tx1" presStyleLbl="revTx" presStyleIdx="0" presStyleCnt="7"/>
      <dgm:spPr/>
    </dgm:pt>
    <dgm:pt modelId="{47BC4788-47E4-B449-9431-9ACB75687AEE}" type="pres">
      <dgm:prSet presAssocID="{7AF03127-B05C-4428-9EBF-E0E04936901C}" presName="vert1" presStyleCnt="0"/>
      <dgm:spPr/>
    </dgm:pt>
    <dgm:pt modelId="{F058CD39-0B5E-3347-B8F6-20C629CFF54A}" type="pres">
      <dgm:prSet presAssocID="{2A15F9DF-9FB8-4F25-A76A-E9FE0E912EB4}" presName="thickLine" presStyleLbl="alignNode1" presStyleIdx="1" presStyleCnt="7"/>
      <dgm:spPr/>
    </dgm:pt>
    <dgm:pt modelId="{647EC3D6-AFA0-A849-AD4A-D8CFD209D139}" type="pres">
      <dgm:prSet presAssocID="{2A15F9DF-9FB8-4F25-A76A-E9FE0E912EB4}" presName="horz1" presStyleCnt="0"/>
      <dgm:spPr/>
    </dgm:pt>
    <dgm:pt modelId="{49773596-28C7-2E47-9FF0-F37C92A22CFC}" type="pres">
      <dgm:prSet presAssocID="{2A15F9DF-9FB8-4F25-A76A-E9FE0E912EB4}" presName="tx1" presStyleLbl="revTx" presStyleIdx="1" presStyleCnt="7"/>
      <dgm:spPr/>
    </dgm:pt>
    <dgm:pt modelId="{7CCECC32-A446-C64C-A427-393AE66942AE}" type="pres">
      <dgm:prSet presAssocID="{2A15F9DF-9FB8-4F25-A76A-E9FE0E912EB4}" presName="vert1" presStyleCnt="0"/>
      <dgm:spPr/>
    </dgm:pt>
    <dgm:pt modelId="{3D5DA918-471F-C84C-9D4A-F6F95BCFB4E7}" type="pres">
      <dgm:prSet presAssocID="{C40879CE-75C4-4E10-AA5A-DCCA3DD4BC8F}" presName="thickLine" presStyleLbl="alignNode1" presStyleIdx="2" presStyleCnt="7"/>
      <dgm:spPr/>
    </dgm:pt>
    <dgm:pt modelId="{2FC0973A-9DB0-4645-8291-2276887FB7B9}" type="pres">
      <dgm:prSet presAssocID="{C40879CE-75C4-4E10-AA5A-DCCA3DD4BC8F}" presName="horz1" presStyleCnt="0"/>
      <dgm:spPr/>
    </dgm:pt>
    <dgm:pt modelId="{8749C9BC-C35A-C444-A94E-F7A245B33D87}" type="pres">
      <dgm:prSet presAssocID="{C40879CE-75C4-4E10-AA5A-DCCA3DD4BC8F}" presName="tx1" presStyleLbl="revTx" presStyleIdx="2" presStyleCnt="7"/>
      <dgm:spPr/>
    </dgm:pt>
    <dgm:pt modelId="{04683452-3445-9B41-82DE-ACFF58223A13}" type="pres">
      <dgm:prSet presAssocID="{C40879CE-75C4-4E10-AA5A-DCCA3DD4BC8F}" presName="vert1" presStyleCnt="0"/>
      <dgm:spPr/>
    </dgm:pt>
    <dgm:pt modelId="{BFC0DC1B-FB4F-044A-8435-340034A3D2DA}" type="pres">
      <dgm:prSet presAssocID="{2E72896B-F289-45B6-B690-BF8592F34F83}" presName="thickLine" presStyleLbl="alignNode1" presStyleIdx="3" presStyleCnt="7"/>
      <dgm:spPr/>
    </dgm:pt>
    <dgm:pt modelId="{D752B4E2-05DD-004B-A0A5-40480E292576}" type="pres">
      <dgm:prSet presAssocID="{2E72896B-F289-45B6-B690-BF8592F34F83}" presName="horz1" presStyleCnt="0"/>
      <dgm:spPr/>
    </dgm:pt>
    <dgm:pt modelId="{51696F28-7F4F-2741-B8FF-4B4A67E5ECAD}" type="pres">
      <dgm:prSet presAssocID="{2E72896B-F289-45B6-B690-BF8592F34F83}" presName="tx1" presStyleLbl="revTx" presStyleIdx="3" presStyleCnt="7"/>
      <dgm:spPr/>
    </dgm:pt>
    <dgm:pt modelId="{F7C3693B-D1AF-884E-AC95-892D37E3A8B2}" type="pres">
      <dgm:prSet presAssocID="{2E72896B-F289-45B6-B690-BF8592F34F83}" presName="vert1" presStyleCnt="0"/>
      <dgm:spPr/>
    </dgm:pt>
    <dgm:pt modelId="{17FF2D31-5BDC-194B-8D8A-BEC6D183CB68}" type="pres">
      <dgm:prSet presAssocID="{3B786B81-8284-4473-A60A-6748B4F17F43}" presName="thickLine" presStyleLbl="alignNode1" presStyleIdx="4" presStyleCnt="7"/>
      <dgm:spPr/>
    </dgm:pt>
    <dgm:pt modelId="{7665D3C2-46D8-4A46-BEF3-D52783BEBEEA}" type="pres">
      <dgm:prSet presAssocID="{3B786B81-8284-4473-A60A-6748B4F17F43}" presName="horz1" presStyleCnt="0"/>
      <dgm:spPr/>
    </dgm:pt>
    <dgm:pt modelId="{B5B8212F-0F6F-6D40-A670-CD9F18269BE9}" type="pres">
      <dgm:prSet presAssocID="{3B786B81-8284-4473-A60A-6748B4F17F43}" presName="tx1" presStyleLbl="revTx" presStyleIdx="4" presStyleCnt="7"/>
      <dgm:spPr/>
    </dgm:pt>
    <dgm:pt modelId="{95ED79BB-D0E8-484B-BBD0-BEA3392B4516}" type="pres">
      <dgm:prSet presAssocID="{3B786B81-8284-4473-A60A-6748B4F17F43}" presName="vert1" presStyleCnt="0"/>
      <dgm:spPr/>
    </dgm:pt>
    <dgm:pt modelId="{C1F84F4F-E1D2-4046-AFE0-39EBE6538002}" type="pres">
      <dgm:prSet presAssocID="{1CE6B8E4-8184-4FD6-83AD-82696E611B55}" presName="thickLine" presStyleLbl="alignNode1" presStyleIdx="5" presStyleCnt="7"/>
      <dgm:spPr/>
    </dgm:pt>
    <dgm:pt modelId="{21E10F9B-56C3-A74E-9159-89D5FBADD562}" type="pres">
      <dgm:prSet presAssocID="{1CE6B8E4-8184-4FD6-83AD-82696E611B55}" presName="horz1" presStyleCnt="0"/>
      <dgm:spPr/>
    </dgm:pt>
    <dgm:pt modelId="{B0AF476F-45C9-D24B-B0BF-7FC417DA138F}" type="pres">
      <dgm:prSet presAssocID="{1CE6B8E4-8184-4FD6-83AD-82696E611B55}" presName="tx1" presStyleLbl="revTx" presStyleIdx="5" presStyleCnt="7"/>
      <dgm:spPr/>
    </dgm:pt>
    <dgm:pt modelId="{43914823-3B05-364D-812F-40C1931D93DD}" type="pres">
      <dgm:prSet presAssocID="{1CE6B8E4-8184-4FD6-83AD-82696E611B55}" presName="vert1" presStyleCnt="0"/>
      <dgm:spPr/>
    </dgm:pt>
    <dgm:pt modelId="{4BB9C1A7-0B46-AE40-B43B-37176677D0CD}" type="pres">
      <dgm:prSet presAssocID="{1285FE76-E9CE-4823-B504-C27DC325EBCB}" presName="thickLine" presStyleLbl="alignNode1" presStyleIdx="6" presStyleCnt="7"/>
      <dgm:spPr/>
    </dgm:pt>
    <dgm:pt modelId="{EC6A1A20-2233-E647-BDD7-4E27C7CA89CF}" type="pres">
      <dgm:prSet presAssocID="{1285FE76-E9CE-4823-B504-C27DC325EBCB}" presName="horz1" presStyleCnt="0"/>
      <dgm:spPr/>
    </dgm:pt>
    <dgm:pt modelId="{5E5A6FBA-BAB1-0B46-9C89-7FA403DA55B1}" type="pres">
      <dgm:prSet presAssocID="{1285FE76-E9CE-4823-B504-C27DC325EBCB}" presName="tx1" presStyleLbl="revTx" presStyleIdx="6" presStyleCnt="7"/>
      <dgm:spPr/>
    </dgm:pt>
    <dgm:pt modelId="{DEEBA282-68BF-CB41-8456-33F390D630B7}" type="pres">
      <dgm:prSet presAssocID="{1285FE76-E9CE-4823-B504-C27DC325EBCB}" presName="vert1" presStyleCnt="0"/>
      <dgm:spPr/>
    </dgm:pt>
  </dgm:ptLst>
  <dgm:cxnLst>
    <dgm:cxn modelId="{1111182F-C48D-3446-A575-3E1B8B4DBD2D}" type="presOf" srcId="{1CE6B8E4-8184-4FD6-83AD-82696E611B55}" destId="{B0AF476F-45C9-D24B-B0BF-7FC417DA138F}" srcOrd="0" destOrd="0" presId="urn:microsoft.com/office/officeart/2008/layout/LinedList"/>
    <dgm:cxn modelId="{88CF374C-5570-4BB9-80ED-6C61EB48307C}" srcId="{472AA8F0-E9F2-4B1E-A571-82B477A2A94F}" destId="{1CE6B8E4-8184-4FD6-83AD-82696E611B55}" srcOrd="5" destOrd="0" parTransId="{77829B9C-4674-44FA-AF2F-BCD3599545CB}" sibTransId="{096A215A-CC4D-4332-94B8-8D5E5DA7D531}"/>
    <dgm:cxn modelId="{3C741A64-CE73-1844-805E-95C5F7FC2A43}" type="presOf" srcId="{C40879CE-75C4-4E10-AA5A-DCCA3DD4BC8F}" destId="{8749C9BC-C35A-C444-A94E-F7A245B33D87}" srcOrd="0" destOrd="0" presId="urn:microsoft.com/office/officeart/2008/layout/LinedList"/>
    <dgm:cxn modelId="{746AB764-9DB7-4C93-8649-0EB1C5DA0AF3}" srcId="{472AA8F0-E9F2-4B1E-A571-82B477A2A94F}" destId="{3B786B81-8284-4473-A60A-6748B4F17F43}" srcOrd="4" destOrd="0" parTransId="{9BBF24CF-6FB6-461E-BBAD-A70CA45B1C24}" sibTransId="{05CA13E6-90EB-45B9-8716-E8793517EFC5}"/>
    <dgm:cxn modelId="{A3E23E75-11F8-604E-9305-EA797EF89175}" type="presOf" srcId="{7AF03127-B05C-4428-9EBF-E0E04936901C}" destId="{F5031A18-20A3-CC41-99BC-4045F62BE3E9}" srcOrd="0" destOrd="0" presId="urn:microsoft.com/office/officeart/2008/layout/LinedList"/>
    <dgm:cxn modelId="{52E6667A-8A0B-674D-B44A-47DB6215E9D0}" type="presOf" srcId="{1285FE76-E9CE-4823-B504-C27DC325EBCB}" destId="{5E5A6FBA-BAB1-0B46-9C89-7FA403DA55B1}" srcOrd="0" destOrd="0" presId="urn:microsoft.com/office/officeart/2008/layout/LinedList"/>
    <dgm:cxn modelId="{3924267D-3523-4849-93C6-06689DDC8E27}" type="presOf" srcId="{472AA8F0-E9F2-4B1E-A571-82B477A2A94F}" destId="{651000F5-F14B-E945-8DBD-AB5690EB567F}" srcOrd="0" destOrd="0" presId="urn:microsoft.com/office/officeart/2008/layout/LinedList"/>
    <dgm:cxn modelId="{E1DE8E94-27DA-CE44-89C5-3F2E1A2201C5}" type="presOf" srcId="{2E72896B-F289-45B6-B690-BF8592F34F83}" destId="{51696F28-7F4F-2741-B8FF-4B4A67E5ECAD}" srcOrd="0" destOrd="0" presId="urn:microsoft.com/office/officeart/2008/layout/LinedList"/>
    <dgm:cxn modelId="{B6789B9B-BF49-AE44-ACB7-E23AC296FDED}" type="presOf" srcId="{3B786B81-8284-4473-A60A-6748B4F17F43}" destId="{B5B8212F-0F6F-6D40-A670-CD9F18269BE9}" srcOrd="0" destOrd="0" presId="urn:microsoft.com/office/officeart/2008/layout/LinedList"/>
    <dgm:cxn modelId="{1F1F9FAB-AD4A-48F2-B66C-E2AA94041ADA}" srcId="{472AA8F0-E9F2-4B1E-A571-82B477A2A94F}" destId="{7AF03127-B05C-4428-9EBF-E0E04936901C}" srcOrd="0" destOrd="0" parTransId="{00E6C13E-6912-48DF-B852-DA77D78D5664}" sibTransId="{5E288820-639A-4045-A5C0-63C0ADC6B034}"/>
    <dgm:cxn modelId="{B1D65BAF-0477-42EF-9558-3EF262EC5C36}" srcId="{472AA8F0-E9F2-4B1E-A571-82B477A2A94F}" destId="{C40879CE-75C4-4E10-AA5A-DCCA3DD4BC8F}" srcOrd="2" destOrd="0" parTransId="{9CEF3801-A246-411C-86EB-DA3AB322F76F}" sibTransId="{5AB9D6E6-06BB-45F2-9140-CCA81FC3E45A}"/>
    <dgm:cxn modelId="{607B61B4-4C76-4BE5-9BFA-8310E25CD2CD}" srcId="{472AA8F0-E9F2-4B1E-A571-82B477A2A94F}" destId="{2E72896B-F289-45B6-B690-BF8592F34F83}" srcOrd="3" destOrd="0" parTransId="{CAFFE314-A050-4D00-91F8-3ECD09CBFA27}" sibTransId="{5210C19B-A09C-4DF4-BCB3-8522264821E4}"/>
    <dgm:cxn modelId="{60C951B6-B087-4637-8D01-6AF246F75902}" srcId="{472AA8F0-E9F2-4B1E-A571-82B477A2A94F}" destId="{2A15F9DF-9FB8-4F25-A76A-E9FE0E912EB4}" srcOrd="1" destOrd="0" parTransId="{08A26C83-5223-4D64-A888-201C9FF113DD}" sibTransId="{F12F808A-664E-4F05-9032-BF343928E67F}"/>
    <dgm:cxn modelId="{0F9B90C9-E06C-804C-A0A9-1A1A52EC6349}" type="presOf" srcId="{2A15F9DF-9FB8-4F25-A76A-E9FE0E912EB4}" destId="{49773596-28C7-2E47-9FF0-F37C92A22CFC}" srcOrd="0" destOrd="0" presId="urn:microsoft.com/office/officeart/2008/layout/LinedList"/>
    <dgm:cxn modelId="{671BB2F1-AAC4-4373-8436-B37D0DEF0311}" srcId="{472AA8F0-E9F2-4B1E-A571-82B477A2A94F}" destId="{1285FE76-E9CE-4823-B504-C27DC325EBCB}" srcOrd="6" destOrd="0" parTransId="{A2A4CCF3-22F9-4DFC-9D47-66FAFA9EAE1D}" sibTransId="{C6B0CBB5-97E9-4B77-A43B-70309CA8BB0B}"/>
    <dgm:cxn modelId="{32D116BB-8509-B34E-845B-A00A205960EA}" type="presParOf" srcId="{651000F5-F14B-E945-8DBD-AB5690EB567F}" destId="{975DB57A-1089-6645-BE0F-D35264A38CE7}" srcOrd="0" destOrd="0" presId="urn:microsoft.com/office/officeart/2008/layout/LinedList"/>
    <dgm:cxn modelId="{DCB53CC4-9D72-F54D-B520-F005BD7C7EF5}" type="presParOf" srcId="{651000F5-F14B-E945-8DBD-AB5690EB567F}" destId="{81568086-758F-F849-929C-B71E4FB556D2}" srcOrd="1" destOrd="0" presId="urn:microsoft.com/office/officeart/2008/layout/LinedList"/>
    <dgm:cxn modelId="{269C4845-50A9-BB4D-B72C-6A2FDEF9D935}" type="presParOf" srcId="{81568086-758F-F849-929C-B71E4FB556D2}" destId="{F5031A18-20A3-CC41-99BC-4045F62BE3E9}" srcOrd="0" destOrd="0" presId="urn:microsoft.com/office/officeart/2008/layout/LinedList"/>
    <dgm:cxn modelId="{A2ABFEE0-3B76-3B45-A5BF-FBE820DB57FD}" type="presParOf" srcId="{81568086-758F-F849-929C-B71E4FB556D2}" destId="{47BC4788-47E4-B449-9431-9ACB75687AEE}" srcOrd="1" destOrd="0" presId="urn:microsoft.com/office/officeart/2008/layout/LinedList"/>
    <dgm:cxn modelId="{2BBE265E-7FD3-7C48-9295-F8B65A2DFDA0}" type="presParOf" srcId="{651000F5-F14B-E945-8DBD-AB5690EB567F}" destId="{F058CD39-0B5E-3347-B8F6-20C629CFF54A}" srcOrd="2" destOrd="0" presId="urn:microsoft.com/office/officeart/2008/layout/LinedList"/>
    <dgm:cxn modelId="{11DE7290-BDDC-5C45-93DA-EA2EDEAA2E88}" type="presParOf" srcId="{651000F5-F14B-E945-8DBD-AB5690EB567F}" destId="{647EC3D6-AFA0-A849-AD4A-D8CFD209D139}" srcOrd="3" destOrd="0" presId="urn:microsoft.com/office/officeart/2008/layout/LinedList"/>
    <dgm:cxn modelId="{0D92E99D-2F31-FE41-8785-B473BA8C3A4E}" type="presParOf" srcId="{647EC3D6-AFA0-A849-AD4A-D8CFD209D139}" destId="{49773596-28C7-2E47-9FF0-F37C92A22CFC}" srcOrd="0" destOrd="0" presId="urn:microsoft.com/office/officeart/2008/layout/LinedList"/>
    <dgm:cxn modelId="{24BD51CB-852E-B946-85DC-F17AAF64CC4B}" type="presParOf" srcId="{647EC3D6-AFA0-A849-AD4A-D8CFD209D139}" destId="{7CCECC32-A446-C64C-A427-393AE66942AE}" srcOrd="1" destOrd="0" presId="urn:microsoft.com/office/officeart/2008/layout/LinedList"/>
    <dgm:cxn modelId="{E22FB9C4-13FA-4D46-87DF-BF8279A51F97}" type="presParOf" srcId="{651000F5-F14B-E945-8DBD-AB5690EB567F}" destId="{3D5DA918-471F-C84C-9D4A-F6F95BCFB4E7}" srcOrd="4" destOrd="0" presId="urn:microsoft.com/office/officeart/2008/layout/LinedList"/>
    <dgm:cxn modelId="{9ECF51B0-801C-A34B-92B7-941EAC083729}" type="presParOf" srcId="{651000F5-F14B-E945-8DBD-AB5690EB567F}" destId="{2FC0973A-9DB0-4645-8291-2276887FB7B9}" srcOrd="5" destOrd="0" presId="urn:microsoft.com/office/officeart/2008/layout/LinedList"/>
    <dgm:cxn modelId="{0DDB113C-61E6-9D49-9F9B-A124DA74CDB9}" type="presParOf" srcId="{2FC0973A-9DB0-4645-8291-2276887FB7B9}" destId="{8749C9BC-C35A-C444-A94E-F7A245B33D87}" srcOrd="0" destOrd="0" presId="urn:microsoft.com/office/officeart/2008/layout/LinedList"/>
    <dgm:cxn modelId="{2CB61E26-0015-D54F-A5CA-90AF0B18F2BA}" type="presParOf" srcId="{2FC0973A-9DB0-4645-8291-2276887FB7B9}" destId="{04683452-3445-9B41-82DE-ACFF58223A13}" srcOrd="1" destOrd="0" presId="urn:microsoft.com/office/officeart/2008/layout/LinedList"/>
    <dgm:cxn modelId="{5D467997-0F28-F444-86D0-38A31E8CCCC2}" type="presParOf" srcId="{651000F5-F14B-E945-8DBD-AB5690EB567F}" destId="{BFC0DC1B-FB4F-044A-8435-340034A3D2DA}" srcOrd="6" destOrd="0" presId="urn:microsoft.com/office/officeart/2008/layout/LinedList"/>
    <dgm:cxn modelId="{CE820FFD-2390-0649-99C6-42537961B5A6}" type="presParOf" srcId="{651000F5-F14B-E945-8DBD-AB5690EB567F}" destId="{D752B4E2-05DD-004B-A0A5-40480E292576}" srcOrd="7" destOrd="0" presId="urn:microsoft.com/office/officeart/2008/layout/LinedList"/>
    <dgm:cxn modelId="{3E4682E7-3F11-8544-925F-BC5E0BD6B14D}" type="presParOf" srcId="{D752B4E2-05DD-004B-A0A5-40480E292576}" destId="{51696F28-7F4F-2741-B8FF-4B4A67E5ECAD}" srcOrd="0" destOrd="0" presId="urn:microsoft.com/office/officeart/2008/layout/LinedList"/>
    <dgm:cxn modelId="{FC726A13-14C8-7A42-A98C-F69A8EC146A6}" type="presParOf" srcId="{D752B4E2-05DD-004B-A0A5-40480E292576}" destId="{F7C3693B-D1AF-884E-AC95-892D37E3A8B2}" srcOrd="1" destOrd="0" presId="urn:microsoft.com/office/officeart/2008/layout/LinedList"/>
    <dgm:cxn modelId="{C5FCD2D1-0612-1247-A103-9196E93A9B26}" type="presParOf" srcId="{651000F5-F14B-E945-8DBD-AB5690EB567F}" destId="{17FF2D31-5BDC-194B-8D8A-BEC6D183CB68}" srcOrd="8" destOrd="0" presId="urn:microsoft.com/office/officeart/2008/layout/LinedList"/>
    <dgm:cxn modelId="{793C0301-A663-D045-9800-CC353EBD5B4F}" type="presParOf" srcId="{651000F5-F14B-E945-8DBD-AB5690EB567F}" destId="{7665D3C2-46D8-4A46-BEF3-D52783BEBEEA}" srcOrd="9" destOrd="0" presId="urn:microsoft.com/office/officeart/2008/layout/LinedList"/>
    <dgm:cxn modelId="{6151E113-6DCA-6641-9AEF-1CF74C436A55}" type="presParOf" srcId="{7665D3C2-46D8-4A46-BEF3-D52783BEBEEA}" destId="{B5B8212F-0F6F-6D40-A670-CD9F18269BE9}" srcOrd="0" destOrd="0" presId="urn:microsoft.com/office/officeart/2008/layout/LinedList"/>
    <dgm:cxn modelId="{D2806195-4903-0841-B7C2-37C41F512F3B}" type="presParOf" srcId="{7665D3C2-46D8-4A46-BEF3-D52783BEBEEA}" destId="{95ED79BB-D0E8-484B-BBD0-BEA3392B4516}" srcOrd="1" destOrd="0" presId="urn:microsoft.com/office/officeart/2008/layout/LinedList"/>
    <dgm:cxn modelId="{79DE8540-8544-6C4B-9610-CD1A262612AE}" type="presParOf" srcId="{651000F5-F14B-E945-8DBD-AB5690EB567F}" destId="{C1F84F4F-E1D2-4046-AFE0-39EBE6538002}" srcOrd="10" destOrd="0" presId="urn:microsoft.com/office/officeart/2008/layout/LinedList"/>
    <dgm:cxn modelId="{307F8095-1106-464A-9915-19989FD5FD98}" type="presParOf" srcId="{651000F5-F14B-E945-8DBD-AB5690EB567F}" destId="{21E10F9B-56C3-A74E-9159-89D5FBADD562}" srcOrd="11" destOrd="0" presId="urn:microsoft.com/office/officeart/2008/layout/LinedList"/>
    <dgm:cxn modelId="{E4177E6A-C68C-CC45-8CCC-4C23C22DF5B8}" type="presParOf" srcId="{21E10F9B-56C3-A74E-9159-89D5FBADD562}" destId="{B0AF476F-45C9-D24B-B0BF-7FC417DA138F}" srcOrd="0" destOrd="0" presId="urn:microsoft.com/office/officeart/2008/layout/LinedList"/>
    <dgm:cxn modelId="{D8F0736B-3E34-304A-93B1-CFB2E8B847FB}" type="presParOf" srcId="{21E10F9B-56C3-A74E-9159-89D5FBADD562}" destId="{43914823-3B05-364D-812F-40C1931D93DD}" srcOrd="1" destOrd="0" presId="urn:microsoft.com/office/officeart/2008/layout/LinedList"/>
    <dgm:cxn modelId="{D7C6B651-9CE4-8640-B21E-4F99F692CC75}" type="presParOf" srcId="{651000F5-F14B-E945-8DBD-AB5690EB567F}" destId="{4BB9C1A7-0B46-AE40-B43B-37176677D0CD}" srcOrd="12" destOrd="0" presId="urn:microsoft.com/office/officeart/2008/layout/LinedList"/>
    <dgm:cxn modelId="{97A55FDC-0EB6-1C4C-9FAA-F9D72BF3D586}" type="presParOf" srcId="{651000F5-F14B-E945-8DBD-AB5690EB567F}" destId="{EC6A1A20-2233-E647-BDD7-4E27C7CA89CF}" srcOrd="13" destOrd="0" presId="urn:microsoft.com/office/officeart/2008/layout/LinedList"/>
    <dgm:cxn modelId="{45E2CCD4-302F-AF4C-9404-EB3CEB9C4D0C}" type="presParOf" srcId="{EC6A1A20-2233-E647-BDD7-4E27C7CA89CF}" destId="{5E5A6FBA-BAB1-0B46-9C89-7FA403DA55B1}" srcOrd="0" destOrd="0" presId="urn:microsoft.com/office/officeart/2008/layout/LinedList"/>
    <dgm:cxn modelId="{AE5F510B-54DE-AB45-B302-15DE5C51A433}" type="presParOf" srcId="{EC6A1A20-2233-E647-BDD7-4E27C7CA89CF}" destId="{DEEBA282-68BF-CB41-8456-33F390D630B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CB4D5B-D53D-4568-B950-4C719F2122A9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D84F963-B1A0-494D-B7A9-6781174264AD}">
      <dgm:prSet/>
      <dgm:spPr/>
      <dgm:t>
        <a:bodyPr/>
        <a:lstStyle/>
        <a:p>
          <a:r>
            <a:rPr lang="tr-TR"/>
            <a:t>Race condition:</a:t>
          </a:r>
          <a:br>
            <a:rPr lang="tr-TR"/>
          </a:br>
          <a:r>
            <a:rPr lang="tr-TR"/>
            <a:t>Birden fazla thread, aynı değişkeni aynı anda değiştirmeye çalışınca ortaya çıkan,</a:t>
          </a:r>
          <a:br>
            <a:rPr lang="tr-TR"/>
          </a:br>
          <a:r>
            <a:rPr lang="tr-TR"/>
            <a:t>tesadüfe bağlı, hatalı sonuç durumu.</a:t>
          </a:r>
          <a:endParaRPr lang="en-US"/>
        </a:p>
      </dgm:t>
    </dgm:pt>
    <dgm:pt modelId="{BA71A4B9-95DC-4CAD-8215-D81B90F4DE54}" type="parTrans" cxnId="{DA8E1A74-92E2-43B0-AEE3-9D9546F38424}">
      <dgm:prSet/>
      <dgm:spPr/>
      <dgm:t>
        <a:bodyPr/>
        <a:lstStyle/>
        <a:p>
          <a:endParaRPr lang="en-US"/>
        </a:p>
      </dgm:t>
    </dgm:pt>
    <dgm:pt modelId="{0C56D267-5803-41B2-A1B8-5B368E87945D}" type="sibTrans" cxnId="{DA8E1A74-92E2-43B0-AEE3-9D9546F38424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B3DE1DB3-352E-4CBD-9E79-CFA90DA01CA4}">
      <dgm:prSet/>
      <dgm:spPr/>
      <dgm:t>
        <a:bodyPr/>
        <a:lstStyle/>
        <a:p>
          <a:r>
            <a:rPr lang="tr-TR"/>
            <a:t>Lock / Mutex:</a:t>
          </a:r>
          <a:br>
            <a:rPr lang="tr-TR"/>
          </a:br>
          <a:r>
            <a:rPr lang="tr-TR"/>
            <a:t>“Bu kod bloğuna aynı anda sadece 1 thread girebilsin” diyen kilit mekanizması.</a:t>
          </a:r>
          <a:endParaRPr lang="en-US"/>
        </a:p>
      </dgm:t>
    </dgm:pt>
    <dgm:pt modelId="{C3C914C2-D88D-487C-9EE3-AFD8AEF253DC}" type="parTrans" cxnId="{A53FF620-CD7D-4E22-809C-9552ABF7448C}">
      <dgm:prSet/>
      <dgm:spPr/>
      <dgm:t>
        <a:bodyPr/>
        <a:lstStyle/>
        <a:p>
          <a:endParaRPr lang="en-US"/>
        </a:p>
      </dgm:t>
    </dgm:pt>
    <dgm:pt modelId="{02164228-A87B-46D4-8EA7-FE499FBA9131}" type="sibTrans" cxnId="{A53FF620-CD7D-4E22-809C-9552ABF7448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0A354382-7891-4625-B6E4-E9A608CCBEFD}">
      <dgm:prSet/>
      <dgm:spPr/>
      <dgm:t>
        <a:bodyPr/>
        <a:lstStyle/>
        <a:p>
          <a:r>
            <a:rPr lang="tr-TR" dirty="0" err="1"/>
            <a:t>Semaphore</a:t>
          </a:r>
          <a:r>
            <a:rPr lang="tr-TR" dirty="0"/>
            <a:t>:</a:t>
          </a:r>
          <a:br>
            <a:rPr lang="tr-TR" dirty="0"/>
          </a:br>
          <a:r>
            <a:rPr lang="tr-TR" dirty="0"/>
            <a:t>“Bu kaynağa aynı anda en fazla N </a:t>
          </a:r>
          <a:r>
            <a:rPr lang="tr-TR" dirty="0" err="1"/>
            <a:t>thread</a:t>
          </a:r>
          <a:r>
            <a:rPr lang="tr-TR" dirty="0"/>
            <a:t> erişebilsin” diyen sınırlı sayıda bilet mekanizması gibi düşünebilirsin</a:t>
          </a:r>
          <a:endParaRPr lang="en-US" dirty="0"/>
        </a:p>
      </dgm:t>
    </dgm:pt>
    <dgm:pt modelId="{56561F90-862F-447A-A90A-E2FFE0C088D2}" type="parTrans" cxnId="{361B3754-24CE-45C2-B96E-8678D5E19D29}">
      <dgm:prSet/>
      <dgm:spPr/>
      <dgm:t>
        <a:bodyPr/>
        <a:lstStyle/>
        <a:p>
          <a:endParaRPr lang="en-US"/>
        </a:p>
      </dgm:t>
    </dgm:pt>
    <dgm:pt modelId="{67D6EBF3-8101-41CE-8498-4335125F8215}" type="sibTrans" cxnId="{361B3754-24CE-45C2-B96E-8678D5E19D29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90F3736F-9C9F-3449-8C74-1C79E70439DD}" type="pres">
      <dgm:prSet presAssocID="{EBCB4D5B-D53D-4568-B950-4C719F2122A9}" presName="Name0" presStyleCnt="0">
        <dgm:presLayoutVars>
          <dgm:animLvl val="lvl"/>
          <dgm:resizeHandles val="exact"/>
        </dgm:presLayoutVars>
      </dgm:prSet>
      <dgm:spPr/>
    </dgm:pt>
    <dgm:pt modelId="{68976A53-F936-DB4C-B89B-FBAA5E254B2A}" type="pres">
      <dgm:prSet presAssocID="{BD84F963-B1A0-494D-B7A9-6781174264AD}" presName="compositeNode" presStyleCnt="0">
        <dgm:presLayoutVars>
          <dgm:bulletEnabled val="1"/>
        </dgm:presLayoutVars>
      </dgm:prSet>
      <dgm:spPr/>
    </dgm:pt>
    <dgm:pt modelId="{55FF8374-3E7E-C64F-A620-7FCDFC1F17FF}" type="pres">
      <dgm:prSet presAssocID="{BD84F963-B1A0-494D-B7A9-6781174264AD}" presName="bgRect" presStyleLbl="alignNode1" presStyleIdx="0" presStyleCnt="3"/>
      <dgm:spPr/>
    </dgm:pt>
    <dgm:pt modelId="{23F7074C-0951-BB40-826A-F4EA3D0F9065}" type="pres">
      <dgm:prSet presAssocID="{0C56D267-5803-41B2-A1B8-5B368E87945D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4FD2EEA6-EC8D-1144-931B-A3DBCC2E9D9B}" type="pres">
      <dgm:prSet presAssocID="{BD84F963-B1A0-494D-B7A9-6781174264AD}" presName="nodeRect" presStyleLbl="alignNode1" presStyleIdx="0" presStyleCnt="3">
        <dgm:presLayoutVars>
          <dgm:bulletEnabled val="1"/>
        </dgm:presLayoutVars>
      </dgm:prSet>
      <dgm:spPr/>
    </dgm:pt>
    <dgm:pt modelId="{7B5A09ED-3DCF-D64B-B876-9ABE6BC5C112}" type="pres">
      <dgm:prSet presAssocID="{0C56D267-5803-41B2-A1B8-5B368E87945D}" presName="sibTrans" presStyleCnt="0"/>
      <dgm:spPr/>
    </dgm:pt>
    <dgm:pt modelId="{CC43F6F0-58E0-A742-BFA7-6BAED895322F}" type="pres">
      <dgm:prSet presAssocID="{B3DE1DB3-352E-4CBD-9E79-CFA90DA01CA4}" presName="compositeNode" presStyleCnt="0">
        <dgm:presLayoutVars>
          <dgm:bulletEnabled val="1"/>
        </dgm:presLayoutVars>
      </dgm:prSet>
      <dgm:spPr/>
    </dgm:pt>
    <dgm:pt modelId="{448F1A7F-E091-3A40-9D1E-2C3728B0BD3D}" type="pres">
      <dgm:prSet presAssocID="{B3DE1DB3-352E-4CBD-9E79-CFA90DA01CA4}" presName="bgRect" presStyleLbl="alignNode1" presStyleIdx="1" presStyleCnt="3"/>
      <dgm:spPr/>
    </dgm:pt>
    <dgm:pt modelId="{DD313B12-4FA7-C94A-94EF-A2291AB08FE3}" type="pres">
      <dgm:prSet presAssocID="{02164228-A87B-46D4-8EA7-FE499FBA9131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88D25FAA-AC3F-F144-9102-6A2F549CC49C}" type="pres">
      <dgm:prSet presAssocID="{B3DE1DB3-352E-4CBD-9E79-CFA90DA01CA4}" presName="nodeRect" presStyleLbl="alignNode1" presStyleIdx="1" presStyleCnt="3">
        <dgm:presLayoutVars>
          <dgm:bulletEnabled val="1"/>
        </dgm:presLayoutVars>
      </dgm:prSet>
      <dgm:spPr/>
    </dgm:pt>
    <dgm:pt modelId="{D35E3B86-0068-E04E-A539-CBA0006DC2AC}" type="pres">
      <dgm:prSet presAssocID="{02164228-A87B-46D4-8EA7-FE499FBA9131}" presName="sibTrans" presStyleCnt="0"/>
      <dgm:spPr/>
    </dgm:pt>
    <dgm:pt modelId="{5BBD9ADF-6DCE-AD4A-B104-C03E2F748F55}" type="pres">
      <dgm:prSet presAssocID="{0A354382-7891-4625-B6E4-E9A608CCBEFD}" presName="compositeNode" presStyleCnt="0">
        <dgm:presLayoutVars>
          <dgm:bulletEnabled val="1"/>
        </dgm:presLayoutVars>
      </dgm:prSet>
      <dgm:spPr/>
    </dgm:pt>
    <dgm:pt modelId="{FB605222-8672-A142-AEBB-133C08B77574}" type="pres">
      <dgm:prSet presAssocID="{0A354382-7891-4625-B6E4-E9A608CCBEFD}" presName="bgRect" presStyleLbl="alignNode1" presStyleIdx="2" presStyleCnt="3"/>
      <dgm:spPr/>
    </dgm:pt>
    <dgm:pt modelId="{FE3352B7-0371-5A40-8607-669E5076B0B4}" type="pres">
      <dgm:prSet presAssocID="{67D6EBF3-8101-41CE-8498-4335125F8215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5D86DD76-B03F-5342-BF0A-11AD7A5A01C9}" type="pres">
      <dgm:prSet presAssocID="{0A354382-7891-4625-B6E4-E9A608CCBEFD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53946006-D93E-F842-941C-F7DE31A14A79}" type="presOf" srcId="{02164228-A87B-46D4-8EA7-FE499FBA9131}" destId="{DD313B12-4FA7-C94A-94EF-A2291AB08FE3}" srcOrd="0" destOrd="0" presId="urn:microsoft.com/office/officeart/2016/7/layout/LinearBlockProcessNumbered"/>
    <dgm:cxn modelId="{8BC17006-3A42-084B-ADFE-D6F82953DC41}" type="presOf" srcId="{EBCB4D5B-D53D-4568-B950-4C719F2122A9}" destId="{90F3736F-9C9F-3449-8C74-1C79E70439DD}" srcOrd="0" destOrd="0" presId="urn:microsoft.com/office/officeart/2016/7/layout/LinearBlockProcessNumbered"/>
    <dgm:cxn modelId="{C57EE919-16D7-ED43-BA12-4E584A12BACB}" type="presOf" srcId="{0C56D267-5803-41B2-A1B8-5B368E87945D}" destId="{23F7074C-0951-BB40-826A-F4EA3D0F9065}" srcOrd="0" destOrd="0" presId="urn:microsoft.com/office/officeart/2016/7/layout/LinearBlockProcessNumbered"/>
    <dgm:cxn modelId="{A53FF620-CD7D-4E22-809C-9552ABF7448C}" srcId="{EBCB4D5B-D53D-4568-B950-4C719F2122A9}" destId="{B3DE1DB3-352E-4CBD-9E79-CFA90DA01CA4}" srcOrd="1" destOrd="0" parTransId="{C3C914C2-D88D-487C-9EE3-AFD8AEF253DC}" sibTransId="{02164228-A87B-46D4-8EA7-FE499FBA9131}"/>
    <dgm:cxn modelId="{4EEED53B-9CEB-D747-9936-F2D528D5E0C0}" type="presOf" srcId="{BD84F963-B1A0-494D-B7A9-6781174264AD}" destId="{55FF8374-3E7E-C64F-A620-7FCDFC1F17FF}" srcOrd="0" destOrd="0" presId="urn:microsoft.com/office/officeart/2016/7/layout/LinearBlockProcessNumbered"/>
    <dgm:cxn modelId="{AA329C3C-8A7C-3D42-8C1C-1F3372006FA9}" type="presOf" srcId="{67D6EBF3-8101-41CE-8498-4335125F8215}" destId="{FE3352B7-0371-5A40-8607-669E5076B0B4}" srcOrd="0" destOrd="0" presId="urn:microsoft.com/office/officeart/2016/7/layout/LinearBlockProcessNumbered"/>
    <dgm:cxn modelId="{361B3754-24CE-45C2-B96E-8678D5E19D29}" srcId="{EBCB4D5B-D53D-4568-B950-4C719F2122A9}" destId="{0A354382-7891-4625-B6E4-E9A608CCBEFD}" srcOrd="2" destOrd="0" parTransId="{56561F90-862F-447A-A90A-E2FFE0C088D2}" sibTransId="{67D6EBF3-8101-41CE-8498-4335125F8215}"/>
    <dgm:cxn modelId="{14742D58-3968-B442-A72D-2CA775E5BFD1}" type="presOf" srcId="{0A354382-7891-4625-B6E4-E9A608CCBEFD}" destId="{FB605222-8672-A142-AEBB-133C08B77574}" srcOrd="0" destOrd="0" presId="urn:microsoft.com/office/officeart/2016/7/layout/LinearBlockProcessNumbered"/>
    <dgm:cxn modelId="{DA8E1A74-92E2-43B0-AEE3-9D9546F38424}" srcId="{EBCB4D5B-D53D-4568-B950-4C719F2122A9}" destId="{BD84F963-B1A0-494D-B7A9-6781174264AD}" srcOrd="0" destOrd="0" parTransId="{BA71A4B9-95DC-4CAD-8215-D81B90F4DE54}" sibTransId="{0C56D267-5803-41B2-A1B8-5B368E87945D}"/>
    <dgm:cxn modelId="{B440958E-D306-3549-8E90-7FC819E0830C}" type="presOf" srcId="{BD84F963-B1A0-494D-B7A9-6781174264AD}" destId="{4FD2EEA6-EC8D-1144-931B-A3DBCC2E9D9B}" srcOrd="1" destOrd="0" presId="urn:microsoft.com/office/officeart/2016/7/layout/LinearBlockProcessNumbered"/>
    <dgm:cxn modelId="{6786619B-D868-D443-8810-4E642137E25E}" type="presOf" srcId="{B3DE1DB3-352E-4CBD-9E79-CFA90DA01CA4}" destId="{448F1A7F-E091-3A40-9D1E-2C3728B0BD3D}" srcOrd="0" destOrd="0" presId="urn:microsoft.com/office/officeart/2016/7/layout/LinearBlockProcessNumbered"/>
    <dgm:cxn modelId="{F8E128D6-2529-1E49-8200-ED9F8CE1CDFD}" type="presOf" srcId="{B3DE1DB3-352E-4CBD-9E79-CFA90DA01CA4}" destId="{88D25FAA-AC3F-F144-9102-6A2F549CC49C}" srcOrd="1" destOrd="0" presId="urn:microsoft.com/office/officeart/2016/7/layout/LinearBlockProcessNumbered"/>
    <dgm:cxn modelId="{93B91FDA-DE01-B84B-869D-1BBB7C2B9000}" type="presOf" srcId="{0A354382-7891-4625-B6E4-E9A608CCBEFD}" destId="{5D86DD76-B03F-5342-BF0A-11AD7A5A01C9}" srcOrd="1" destOrd="0" presId="urn:microsoft.com/office/officeart/2016/7/layout/LinearBlockProcessNumbered"/>
    <dgm:cxn modelId="{AD9E3113-C317-F44B-8FEC-DA6C15931DFA}" type="presParOf" srcId="{90F3736F-9C9F-3449-8C74-1C79E70439DD}" destId="{68976A53-F936-DB4C-B89B-FBAA5E254B2A}" srcOrd="0" destOrd="0" presId="urn:microsoft.com/office/officeart/2016/7/layout/LinearBlockProcessNumbered"/>
    <dgm:cxn modelId="{A27FAF32-8853-2B43-97B8-4E583C1D6957}" type="presParOf" srcId="{68976A53-F936-DB4C-B89B-FBAA5E254B2A}" destId="{55FF8374-3E7E-C64F-A620-7FCDFC1F17FF}" srcOrd="0" destOrd="0" presId="urn:microsoft.com/office/officeart/2016/7/layout/LinearBlockProcessNumbered"/>
    <dgm:cxn modelId="{A8C90831-DEAC-4640-95FE-399D06578634}" type="presParOf" srcId="{68976A53-F936-DB4C-B89B-FBAA5E254B2A}" destId="{23F7074C-0951-BB40-826A-F4EA3D0F9065}" srcOrd="1" destOrd="0" presId="urn:microsoft.com/office/officeart/2016/7/layout/LinearBlockProcessNumbered"/>
    <dgm:cxn modelId="{6BA805E5-74E5-854D-A53C-1797DBEDD68C}" type="presParOf" srcId="{68976A53-F936-DB4C-B89B-FBAA5E254B2A}" destId="{4FD2EEA6-EC8D-1144-931B-A3DBCC2E9D9B}" srcOrd="2" destOrd="0" presId="urn:microsoft.com/office/officeart/2016/7/layout/LinearBlockProcessNumbered"/>
    <dgm:cxn modelId="{C2E32F8C-911D-F746-A130-C77BC3C855E7}" type="presParOf" srcId="{90F3736F-9C9F-3449-8C74-1C79E70439DD}" destId="{7B5A09ED-3DCF-D64B-B876-9ABE6BC5C112}" srcOrd="1" destOrd="0" presId="urn:microsoft.com/office/officeart/2016/7/layout/LinearBlockProcessNumbered"/>
    <dgm:cxn modelId="{D50B870C-1668-8F4D-A2C8-8F97A86A79AB}" type="presParOf" srcId="{90F3736F-9C9F-3449-8C74-1C79E70439DD}" destId="{CC43F6F0-58E0-A742-BFA7-6BAED895322F}" srcOrd="2" destOrd="0" presId="urn:microsoft.com/office/officeart/2016/7/layout/LinearBlockProcessNumbered"/>
    <dgm:cxn modelId="{6B92860E-2043-7147-BFEC-648B8DB95272}" type="presParOf" srcId="{CC43F6F0-58E0-A742-BFA7-6BAED895322F}" destId="{448F1A7F-E091-3A40-9D1E-2C3728B0BD3D}" srcOrd="0" destOrd="0" presId="urn:microsoft.com/office/officeart/2016/7/layout/LinearBlockProcessNumbered"/>
    <dgm:cxn modelId="{604E034D-CE7B-164C-B079-B19D42B17CEB}" type="presParOf" srcId="{CC43F6F0-58E0-A742-BFA7-6BAED895322F}" destId="{DD313B12-4FA7-C94A-94EF-A2291AB08FE3}" srcOrd="1" destOrd="0" presId="urn:microsoft.com/office/officeart/2016/7/layout/LinearBlockProcessNumbered"/>
    <dgm:cxn modelId="{B4C5C027-C367-D743-B036-842349DE023D}" type="presParOf" srcId="{CC43F6F0-58E0-A742-BFA7-6BAED895322F}" destId="{88D25FAA-AC3F-F144-9102-6A2F549CC49C}" srcOrd="2" destOrd="0" presId="urn:microsoft.com/office/officeart/2016/7/layout/LinearBlockProcessNumbered"/>
    <dgm:cxn modelId="{81C3C4A7-CB20-3D4F-8D8D-EEF53051D763}" type="presParOf" srcId="{90F3736F-9C9F-3449-8C74-1C79E70439DD}" destId="{D35E3B86-0068-E04E-A539-CBA0006DC2AC}" srcOrd="3" destOrd="0" presId="urn:microsoft.com/office/officeart/2016/7/layout/LinearBlockProcessNumbered"/>
    <dgm:cxn modelId="{AA2734CB-9168-4643-ADF2-3FC40EE80D71}" type="presParOf" srcId="{90F3736F-9C9F-3449-8C74-1C79E70439DD}" destId="{5BBD9ADF-6DCE-AD4A-B104-C03E2F748F55}" srcOrd="4" destOrd="0" presId="urn:microsoft.com/office/officeart/2016/7/layout/LinearBlockProcessNumbered"/>
    <dgm:cxn modelId="{50E463D3-1F10-CB4A-AE9D-92B96D675386}" type="presParOf" srcId="{5BBD9ADF-6DCE-AD4A-B104-C03E2F748F55}" destId="{FB605222-8672-A142-AEBB-133C08B77574}" srcOrd="0" destOrd="0" presId="urn:microsoft.com/office/officeart/2016/7/layout/LinearBlockProcessNumbered"/>
    <dgm:cxn modelId="{78088981-FBDE-8E4D-8CA5-F680F9B8A185}" type="presParOf" srcId="{5BBD9ADF-6DCE-AD4A-B104-C03E2F748F55}" destId="{FE3352B7-0371-5A40-8607-669E5076B0B4}" srcOrd="1" destOrd="0" presId="urn:microsoft.com/office/officeart/2016/7/layout/LinearBlockProcessNumbered"/>
    <dgm:cxn modelId="{58A4D0F3-8A83-7D46-BAE3-6342CD05C64C}" type="presParOf" srcId="{5BBD9ADF-6DCE-AD4A-B104-C03E2F748F55}" destId="{5D86DD76-B03F-5342-BF0A-11AD7A5A01C9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640E2-252B-B542-8FDA-D270BD1F640B}">
      <dsp:nvSpPr>
        <dsp:cNvPr id="0" name=""/>
        <dsp:cNvSpPr/>
      </dsp:nvSpPr>
      <dsp:spPr>
        <a:xfrm>
          <a:off x="0" y="3427105"/>
          <a:ext cx="5811128" cy="224855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200" kern="1200"/>
            <a:t>Her process’in:</a:t>
          </a:r>
          <a:endParaRPr lang="en-US" sz="4200" kern="1200"/>
        </a:p>
      </dsp:txBody>
      <dsp:txXfrm>
        <a:off x="0" y="3427105"/>
        <a:ext cx="5811128" cy="1214218"/>
      </dsp:txXfrm>
    </dsp:sp>
    <dsp:sp modelId="{C2E23AFB-DB0B-3640-94B1-A3D1444AC927}">
      <dsp:nvSpPr>
        <dsp:cNvPr id="0" name=""/>
        <dsp:cNvSpPr/>
      </dsp:nvSpPr>
      <dsp:spPr>
        <a:xfrm>
          <a:off x="0" y="4596353"/>
          <a:ext cx="1452782" cy="103433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Kendi adres alanı (RAM’de ayrı bölgesi),</a:t>
          </a:r>
          <a:endParaRPr lang="en-US" sz="1400" kern="1200"/>
        </a:p>
      </dsp:txBody>
      <dsp:txXfrm>
        <a:off x="0" y="4596353"/>
        <a:ext cx="1452782" cy="1034334"/>
      </dsp:txXfrm>
    </dsp:sp>
    <dsp:sp modelId="{1CD9619C-D19A-164C-8854-89B77BB9261B}">
      <dsp:nvSpPr>
        <dsp:cNvPr id="0" name=""/>
        <dsp:cNvSpPr/>
      </dsp:nvSpPr>
      <dsp:spPr>
        <a:xfrm>
          <a:off x="1452781" y="4596353"/>
          <a:ext cx="1452782" cy="103433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Kendi değişkenleri,</a:t>
          </a:r>
          <a:endParaRPr lang="en-US" sz="1400" kern="1200"/>
        </a:p>
      </dsp:txBody>
      <dsp:txXfrm>
        <a:off x="1452781" y="4596353"/>
        <a:ext cx="1452782" cy="1034334"/>
      </dsp:txXfrm>
    </dsp:sp>
    <dsp:sp modelId="{7FCE0C5F-F78C-FD43-8B49-3619FBCB40F2}">
      <dsp:nvSpPr>
        <dsp:cNvPr id="0" name=""/>
        <dsp:cNvSpPr/>
      </dsp:nvSpPr>
      <dsp:spPr>
        <a:xfrm>
          <a:off x="2905564" y="4596353"/>
          <a:ext cx="1452782" cy="103433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Kendi stack’i var.</a:t>
          </a:r>
          <a:endParaRPr lang="en-US" sz="1400" kern="1200"/>
        </a:p>
      </dsp:txBody>
      <dsp:txXfrm>
        <a:off x="2905564" y="4596353"/>
        <a:ext cx="1452782" cy="1034334"/>
      </dsp:txXfrm>
    </dsp:sp>
    <dsp:sp modelId="{E4F7707B-AE8B-834A-AB22-815D74D1A52E}">
      <dsp:nvSpPr>
        <dsp:cNvPr id="0" name=""/>
        <dsp:cNvSpPr/>
      </dsp:nvSpPr>
      <dsp:spPr>
        <a:xfrm>
          <a:off x="4358346" y="4596353"/>
          <a:ext cx="1452782" cy="103433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Bir process çökerse, diğer process’leri direkt etkilemez.</a:t>
          </a:r>
          <a:endParaRPr lang="en-US" sz="1400" kern="1200"/>
        </a:p>
      </dsp:txBody>
      <dsp:txXfrm>
        <a:off x="4358346" y="4596353"/>
        <a:ext cx="1452782" cy="1034334"/>
      </dsp:txXfrm>
    </dsp:sp>
    <dsp:sp modelId="{01692B28-E7D6-644A-BB22-3B9E51929376}">
      <dsp:nvSpPr>
        <dsp:cNvPr id="0" name=""/>
        <dsp:cNvSpPr/>
      </dsp:nvSpPr>
      <dsp:spPr>
        <a:xfrm rot="10800000">
          <a:off x="0" y="2560"/>
          <a:ext cx="5811128" cy="3458273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200" kern="1200"/>
            <a:t>Çalışan programın kendisi.</a:t>
          </a:r>
          <a:endParaRPr lang="en-US" sz="4200" kern="1200"/>
        </a:p>
      </dsp:txBody>
      <dsp:txXfrm rot="10800000">
        <a:off x="0" y="2560"/>
        <a:ext cx="5811128" cy="22470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5DB57A-1089-6645-BE0F-D35264A38CE7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031A18-20A3-CC41-99BC-4045F62BE3E9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Ama şu olabilir:</a:t>
          </a:r>
          <a:endParaRPr lang="en-US" sz="1600" kern="1200"/>
        </a:p>
      </dsp:txBody>
      <dsp:txXfrm>
        <a:off x="0" y="675"/>
        <a:ext cx="6900512" cy="790684"/>
      </dsp:txXfrm>
    </dsp:sp>
    <dsp:sp modelId="{F058CD39-0B5E-3347-B8F6-20C629CFF54A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773596-28C7-2E47-9FF0-F37C92A22CFC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İkisi aynı anda bakiyeyi okur → ikisi de 100 görür.</a:t>
          </a:r>
          <a:endParaRPr lang="en-US" sz="1600" kern="1200"/>
        </a:p>
      </dsp:txBody>
      <dsp:txXfrm>
        <a:off x="0" y="791359"/>
        <a:ext cx="6900512" cy="790684"/>
      </dsp:txXfrm>
    </dsp:sp>
    <dsp:sp modelId="{3D5DA918-471F-C84C-9D4A-F6F95BCFB4E7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49C9BC-C35A-C444-A94E-F7A245B33D87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A, 100–100=0 yazar.</a:t>
          </a:r>
          <a:endParaRPr lang="en-US" sz="1600" kern="1200"/>
        </a:p>
      </dsp:txBody>
      <dsp:txXfrm>
        <a:off x="0" y="1582044"/>
        <a:ext cx="6900512" cy="790684"/>
      </dsp:txXfrm>
    </dsp:sp>
    <dsp:sp modelId="{BFC0DC1B-FB4F-044A-8435-340034A3D2DA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696F28-7F4F-2741-B8FF-4B4A67E5ECAD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B, kendi hesabına göre 100–50=50 yazar (çünkü o da 100 görmüştü).</a:t>
          </a:r>
          <a:endParaRPr lang="en-US" sz="1600" kern="1200"/>
        </a:p>
      </dsp:txBody>
      <dsp:txXfrm>
        <a:off x="0" y="2372728"/>
        <a:ext cx="6900512" cy="790684"/>
      </dsp:txXfrm>
    </dsp:sp>
    <dsp:sp modelId="{17FF2D31-5BDC-194B-8D8A-BEC6D183CB68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8212F-0F6F-6D40-A670-CD9F18269BE9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Sonuç bakiye: </a:t>
          </a:r>
          <a:r>
            <a:rPr lang="tr-TR" sz="1600" b="1" kern="1200"/>
            <a:t>50 TL</a:t>
          </a:r>
          <a:r>
            <a:rPr lang="tr-TR" sz="1600" kern="1200"/>
            <a:t> (aslında 0 ya da –50 değil, tam yanlış).</a:t>
          </a:r>
          <a:endParaRPr lang="en-US" sz="1600" kern="1200"/>
        </a:p>
      </dsp:txBody>
      <dsp:txXfrm>
        <a:off x="0" y="3163412"/>
        <a:ext cx="6900512" cy="790684"/>
      </dsp:txXfrm>
    </dsp:sp>
    <dsp:sp modelId="{C1F84F4F-E1D2-4046-AFE0-39EBE6538002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F476F-45C9-D24B-B0BF-7FC417DA138F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/>
            <a:t>Bu “iki </a:t>
          </a:r>
          <a:r>
            <a:rPr lang="tr-TR" sz="1600" kern="1200" dirty="0" err="1"/>
            <a:t>thread</a:t>
          </a:r>
          <a:r>
            <a:rPr lang="tr-TR" sz="1600" kern="1200" dirty="0"/>
            <a:t> yarışıyor, kim önce yazarsa o kazanıyor” tarzı durum → </a:t>
          </a:r>
          <a:r>
            <a:rPr lang="tr-TR" sz="1600" b="1" kern="1200" dirty="0" err="1"/>
            <a:t>race</a:t>
          </a:r>
          <a:r>
            <a:rPr lang="tr-TR" sz="1600" b="1" kern="1200" dirty="0"/>
            <a:t> </a:t>
          </a:r>
          <a:r>
            <a:rPr lang="tr-TR" sz="1600" b="1" kern="1200" dirty="0" err="1"/>
            <a:t>condition</a:t>
          </a:r>
          <a:r>
            <a:rPr lang="tr-TR" sz="1600" kern="1200" dirty="0"/>
            <a:t>.</a:t>
          </a:r>
          <a:endParaRPr lang="en-US" sz="1600" kern="1200" dirty="0"/>
        </a:p>
      </dsp:txBody>
      <dsp:txXfrm>
        <a:off x="0" y="3954096"/>
        <a:ext cx="6900512" cy="790684"/>
      </dsp:txXfrm>
    </dsp:sp>
    <dsp:sp modelId="{4BB9C1A7-0B46-AE40-B43B-37176677D0CD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A6FBA-BAB1-0B46-9C89-7FA403DA55B1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/>
            <a:t>Yani, “</a:t>
          </a:r>
          <a:r>
            <a:rPr lang="tr-TR" sz="1600" kern="1200" dirty="0" err="1"/>
            <a:t>Race</a:t>
          </a:r>
          <a:r>
            <a:rPr lang="tr-TR" sz="1600" kern="1200" dirty="0"/>
            <a:t> </a:t>
          </a:r>
          <a:r>
            <a:rPr lang="tr-TR" sz="1600" kern="1200" dirty="0" err="1"/>
            <a:t>condition</a:t>
          </a:r>
          <a:r>
            <a:rPr lang="tr-TR" sz="1600" kern="1200" dirty="0"/>
            <a:t>, birden fazla </a:t>
          </a:r>
          <a:r>
            <a:rPr lang="tr-TR" sz="1600" kern="1200" dirty="0" err="1"/>
            <a:t>thread’in</a:t>
          </a:r>
          <a:r>
            <a:rPr lang="tr-TR" sz="1600" kern="1200" dirty="0"/>
            <a:t> aynı veriyi aynı anda değiştirmeye çalışması ve sonucun zamanlamaya bağlı olarak yanlış çıkmasıdır.”</a:t>
          </a:r>
          <a:endParaRPr lang="en-US" sz="1600" kern="1200" dirty="0"/>
        </a:p>
      </dsp:txBody>
      <dsp:txXfrm>
        <a:off x="0" y="4744781"/>
        <a:ext cx="6900512" cy="7906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FF8374-3E7E-C64F-A620-7FCDFC1F17FF}">
      <dsp:nvSpPr>
        <dsp:cNvPr id="0" name=""/>
        <dsp:cNvSpPr/>
      </dsp:nvSpPr>
      <dsp:spPr>
        <a:xfrm>
          <a:off x="853" y="21822"/>
          <a:ext cx="3457633" cy="41491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/>
            <a:t>Race condition:</a:t>
          </a:r>
          <a:br>
            <a:rPr lang="tr-TR" sz="2200" kern="1200"/>
          </a:br>
          <a:r>
            <a:rPr lang="tr-TR" sz="2200" kern="1200"/>
            <a:t>Birden fazla thread, aynı değişkeni aynı anda değiştirmeye çalışınca ortaya çıkan,</a:t>
          </a:r>
          <a:br>
            <a:rPr lang="tr-TR" sz="2200" kern="1200"/>
          </a:br>
          <a:r>
            <a:rPr lang="tr-TR" sz="2200" kern="1200"/>
            <a:t>tesadüfe bağlı, hatalı sonuç durumu.</a:t>
          </a:r>
          <a:endParaRPr lang="en-US" sz="2200" kern="1200"/>
        </a:p>
      </dsp:txBody>
      <dsp:txXfrm>
        <a:off x="853" y="1681486"/>
        <a:ext cx="3457633" cy="2489496"/>
      </dsp:txXfrm>
    </dsp:sp>
    <dsp:sp modelId="{23F7074C-0951-BB40-826A-F4EA3D0F9065}">
      <dsp:nvSpPr>
        <dsp:cNvPr id="0" name=""/>
        <dsp:cNvSpPr/>
      </dsp:nvSpPr>
      <dsp:spPr>
        <a:xfrm>
          <a:off x="853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3" y="21822"/>
        <a:ext cx="3457633" cy="1659664"/>
      </dsp:txXfrm>
    </dsp:sp>
    <dsp:sp modelId="{448F1A7F-E091-3A40-9D1E-2C3728B0BD3D}">
      <dsp:nvSpPr>
        <dsp:cNvPr id="0" name=""/>
        <dsp:cNvSpPr/>
      </dsp:nvSpPr>
      <dsp:spPr>
        <a:xfrm>
          <a:off x="3735097" y="21822"/>
          <a:ext cx="3457633" cy="41491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/>
            <a:t>Lock / Mutex:</a:t>
          </a:r>
          <a:br>
            <a:rPr lang="tr-TR" sz="2200" kern="1200"/>
          </a:br>
          <a:r>
            <a:rPr lang="tr-TR" sz="2200" kern="1200"/>
            <a:t>“Bu kod bloğuna aynı anda sadece 1 thread girebilsin” diyen kilit mekanizması.</a:t>
          </a:r>
          <a:endParaRPr lang="en-US" sz="2200" kern="1200"/>
        </a:p>
      </dsp:txBody>
      <dsp:txXfrm>
        <a:off x="3735097" y="1681486"/>
        <a:ext cx="3457633" cy="2489496"/>
      </dsp:txXfrm>
    </dsp:sp>
    <dsp:sp modelId="{DD313B12-4FA7-C94A-94EF-A2291AB08FE3}">
      <dsp:nvSpPr>
        <dsp:cNvPr id="0" name=""/>
        <dsp:cNvSpPr/>
      </dsp:nvSpPr>
      <dsp:spPr>
        <a:xfrm>
          <a:off x="3735097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35097" y="21822"/>
        <a:ext cx="3457633" cy="1659664"/>
      </dsp:txXfrm>
    </dsp:sp>
    <dsp:sp modelId="{FB605222-8672-A142-AEBB-133C08B77574}">
      <dsp:nvSpPr>
        <dsp:cNvPr id="0" name=""/>
        <dsp:cNvSpPr/>
      </dsp:nvSpPr>
      <dsp:spPr>
        <a:xfrm>
          <a:off x="7469341" y="21822"/>
          <a:ext cx="3457633" cy="41491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 dirty="0" err="1"/>
            <a:t>Semaphore</a:t>
          </a:r>
          <a:r>
            <a:rPr lang="tr-TR" sz="2200" kern="1200" dirty="0"/>
            <a:t>:</a:t>
          </a:r>
          <a:br>
            <a:rPr lang="tr-TR" sz="2200" kern="1200" dirty="0"/>
          </a:br>
          <a:r>
            <a:rPr lang="tr-TR" sz="2200" kern="1200" dirty="0"/>
            <a:t>“Bu kaynağa aynı anda en fazla N </a:t>
          </a:r>
          <a:r>
            <a:rPr lang="tr-TR" sz="2200" kern="1200" dirty="0" err="1"/>
            <a:t>thread</a:t>
          </a:r>
          <a:r>
            <a:rPr lang="tr-TR" sz="2200" kern="1200" dirty="0"/>
            <a:t> erişebilsin” diyen sınırlı sayıda bilet mekanizması gibi düşünebilirsin</a:t>
          </a:r>
          <a:endParaRPr lang="en-US" sz="2200" kern="1200" dirty="0"/>
        </a:p>
      </dsp:txBody>
      <dsp:txXfrm>
        <a:off x="7469341" y="1681486"/>
        <a:ext cx="3457633" cy="2489496"/>
      </dsp:txXfrm>
    </dsp:sp>
    <dsp:sp modelId="{FE3352B7-0371-5A40-8607-669E5076B0B4}">
      <dsp:nvSpPr>
        <dsp:cNvPr id="0" name=""/>
        <dsp:cNvSpPr/>
      </dsp:nvSpPr>
      <dsp:spPr>
        <a:xfrm>
          <a:off x="7469341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69341" y="21822"/>
        <a:ext cx="3457633" cy="16596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20:14:36.8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1315 1658 24575,'98'-6'0,"-1"0"0,0 0 0,0 0 0,0 0 0,0 0 0,0 0 0,-21 2 0,-13 0 0,13 0-141,8-1 1,20-2-1,11 0 1,2-1-1,-8 1 1,-17 1-1,-27 1-843,9-3 0,5 0 0,13 1 492,-42 5 0,1 0 15,4 0 1,1 0 476,9 0 0,2-1 0,4 1 0,1 0 0,6-1 0,1-1 0,4 2 0,1 0-169,0-2 1,1 0 168,0 0 0,-1 0 0,3-1 0,-1 1 0,0 0 0,1 0 0,2 2 0,1-1 0,-1 0 0,-2-1 0,-8 2 0,-2 0 0,-5-1 0,0 1-412,-5 0 0,0 1 412,-3 0 0,0 2 0,2-1 0,0 0 0,-4 0 0,-1 0 0,-3 0 0,-1 0 491,0 0 1,-1 0-1,-5 0 1,-1 0-1,42 0-491,-5 0 0,-6 0 0,-2 0 975,-2 0-975,-9 0 983,-3 0-45,-3 0-938,-10 0 983,0 0-814,1 0 360,3 0-529,8 0 0,0 0 0,2 2 0,1 1 0,2 2 0,-1 1 0,-3-2 0,-1-1 0,-5 0 0,1 0 0,0 0 0,-1 0 0,0-3 0,-1 0 0,6 0 0,0 0 0,-4 0 0,1 0 0,-6 0 0,8 0 0,4 0 0,-3 0 0,0 0 0,-7 0 0,0 0 0,-5 0 0,-3 0 0,-4 0 0,-8 0 0,-3 2 0,-6 2 0,-6 1 0,-4 2 0,-5-3 0,-4 0 0,-3 5 0,-4 0 0,-2 3 0,-1-1 0,-5-2 0,-9 0 0,-11 0 0,-13 4 0,-15 7 0,-10 5 0,-12 3 0,-12 4-609,-6-1 609,4-4 0,11-4 0,3-2 0,4 0 0,-3 0 0,-1-1 0,9-5 0,6-2 0,9-2 0,10 0 0,3-3 0,1 0 0,3-1 0,-1-1 609,1 1-609,-2 0 0,-6 2 0,-1 1 0,-3 4 0,0-1 0,6 1 0,1 0 0,5-2 0,1 1 0,4-3 0,8 0 0,7-1 0,8-2 0,32-2 0,9-2 0,35-3 0,6 3 0,10 3-945,14 4 945,-41-4 0,1 1 0,5-1 0,2 1 0,7 1 0,0 0 0,-6-1 0,-1 0 0,-4 0 0,-2-2 0,-4 1 0,-1-1 0,-3-1 0,0 0-124,-1-2 1,0 1 123,42 0 0,-13-2 0,-10-1 0,-8 0 0,-10 0 0,-7 0 0,-8 0 933,-5 0-933,-7 0 259,-3 0-259,-5 0 0,-1 0 0,2 0 0,-2 0 0,-2 0 0,-2 0 0,-3-2 0,0 0 0,-1 0 0,1-1 0,-1 0 0,-34-3 0,-2 4 0,-37-2 0,-3 4 0,-16 0 0,20 0 0,-7 0 0,-22-1 0,-5-1-328,28 0 0,-2 1 0,2-1-164,-32 1 0,5-2 0,17 0 0,5 1 0,14 0 0,2 0 0,0 0 0,-2 0 0,-7 0 0,-1 1 0,-4 0 0,0 1 0,-7-1 0,-1 1 95,-2 0 0,0 0 397,-3 0 0,-1 0 0,-2 0 0,1 0 0,-2-1 0,0 1-492,-5 2 0,-1 0 255,-1 1 0,0 1 237,0 2 0,0 1 0,4 0 0,3 2 491,10-2 1,4 1-1,9 0 1,1-1-1,7-1 1,1-1 491,-41 5-804,12-3 434,17-4-613,15 0 983,6-3-450,1 0 450,2 0 0,1 0 0,-2 0-262,-8 0-507,-7 0-214,-8 0 0,-2 0 0,-1 0 0,1 0 0,-1 0 0,-4-3 0,-12-4-653,-2-3 653,-4-3 0,7 0 0,11 2 0,-3-3 0,-3-1 0,-2-1 0,0 0 0,-1-1 0,-9 0 0,45 7 0,-1 0 0,-1 0 0,-1 0 0,0 0 0,1 0 0,-36-10 0,0 2 0,9 2-109,4 3 109,-3-3 0,10 1 0,6 0 0,7 1 0,9 4 0,8 0 0,6 1 649,2 0-649,0-1 113,-1 0-113,1 0 0,0 2 0,-1 0 0,-2 1 0,-3 0 0,-5 2 0,-2 2 0,-1 3 0,-4-1 0,-2 1 0,-8 0 0,-4 0 0,-4 0 0,6 0 0,2 0 0,0 0 0,2 0 0,-6 0 0,5-2 0,4 0 0,7-1 0,4 0 0,6 3 0,6-2 0,4-1 0,9 1 0,3-2 0,4 0 0,6-2 0,21-4 0,10 6 0,28-2 0,16 6 0,-19-1 0,8-2-492,26 1 0,6-1 164,-25 1 0,1 0 0,2-1 0,14 0 0,2-1 0,1 0 0,7-1 0,1 0 0,1-2 82,-22 2 0,1 0 0,0-1 0,2 0 0,7-1 0,3-1 0,0 1 0,-2-1 0,-7 1 0,-1 0 0,0-1 0,1 0 0,6 0 0,1-2 0,0 1 0,1-1 0,0 0 0,0-1 0,1 0 0,0 0 0,2-1 0,1 0 0,0-1 0,1 0 0,6 0 0,2-1 0,-1 0 0,-2 0 0,-5 1 0,-3-1 0,0 1 0,1-1 94,0 0 1,1 0 0,-1 1-1,-2-1-25,-8 2 1,0 0-1,-2 1 1,0-2 176,21-3 0,-2-1 0,-1 1 0,-2-1 0,0 1 0,-2-1 0,-4-1 0,-2 0 0,1 0 55,4-1 0,0-1 0,-2 1-55,-8 1 0,-1 1 0,-2 0 0,-10 2 0,-2 1 0,-2 0 0,21-5 0,-3 1 491,-9 1 1,-4 2-112,-8 0 1,-1 1 110,0-1 1,-1 1-1,-5 0 1,-1 1 491,42-12-968,-2-1-15,-11 5 983,-10-1 0,-5 3 0,-9 3 0,-4 2 0,-5 2 0,-6 1 0,-2 0 0,-3 3-600,-4 1-383,-1 1 0,-5 2 0,-4-1 0,-2 2 0,-1 1 0,3 2 0,4 0 0,1 0 0,4 0 0,8 0 0,3 0 0,10 0 0,2 0 0,-3 3 0,0-1 0,-10 3 0,-7 2 0,-7 1 0,-10-1 0,-4-1 0,-6-1 0,-4 0 0,-24 14 0,-31 7 0,-34 12-492,18-9 0,-7 1 164,14-7 0,-3 2 0,-3 0 6,-10 4 0,-4 2 0,-3-1 76,14-5 0,-3 0 0,0 0 0,1-1-82,-20 6 0,0-2 0,-2 1 82,15-5 0,-2 0 0,-1 0 0,-1 0 0,-1-1 0,-2 0 0,1 0 0,1-1 0,5-2 0,1 1 0,0-1 0,-1-1 0,0-1 0,-2 0 0,2 0 0,1-3-82,-11 1 0,2-2 0,0 0 0,4 0 0,0 0 0,-1-1 0,-2 0 0,-1 0 0,3 0 130,12-2 0,2 0 0,1 0 198,-24 3 0,4-2 277,9-2 1,1-1-278,4 1 0,0 1 0,-2-1 0,0 0 0,4 0 0,2 1 491,2-1 1,2 1-137,4-1 0,2-1-355,5 0 0,2 0 983,-43 8 0,3-3 0,7 0 0,2-4-653,10-3 653,16-3 0,13-4 0,11 0 0,12 0 0,8-2-325,44-13-658,25-2 0,0 1 0,9-1-492,9 0 0,5 0 203,-14 4 0,3-1 0,2 1-39,9-1 0,2 0 0,2 0 0,9-2 0,3 0 0,2 0 82,-18 4 0,2-1 0,0 1 0,-1 1-82,21-3 0,-2 1 0,0 1 0,-2-1 0,0 0 0,0 3 0,-4 1 0,0 2 0,-1 1 0,-3 0 0,-1 1 0,1 0 0,3 0 0,0 0 0,0 1 0,-6 2 0,0 0 0,-3 1 312,-10-1 0,-3 0 0,-2 1 16,23 1 0,-2 0 164,-5 0 1,-3 0-165,-14 0 0,-2 0 491,0 0 1,-2 0-1,-9 1 1,-2 0-79,30 4 570,-13 3 0,-20 2 0,-17-1 0,-12 0 0,-8 0 0,-6-1 0,-6 1 0,-32 8-499,-47 13-484,29-12 0,-4 1 0,-7 3 0,0 0 0,8-4 0,3-1 0,-30 10 0,7-1 0,18-7 0,9-1 0,15-5 0,14-4 0,25-6 0,27-8 0,27-11 0,14-6 0,5-3 0,-5 0 0,-11 4 0,-10 3 0,-18 5 0,-10 4 0,-9 2 0,-7 3 0,-74 1 0,-7 7 0,2 4 0,-7 4-492,3 5 0,0 4 0,-7 6 0,0 2 486,1-1 0,1 0 6,6 0 0,2-1-447,5-2 0,2-1 447,11-3 0,1 0 0,2 0 0,3-1 0,-21 10 0,24-9 0,17-7 0,11-5 0,7-1 0,0-1 983,-4-2-81,-12 0-902,-11 0 0,-45 7 156,-15 1-156,45-8 0,0-1 0,-49 4-30,30-5 30,2 0 0,8 0 0,13-3 0,11 0 0,11-1 831,16-5-831,17-9 0,21-9 0,10-3 0,10-7 0,-1 3 0,4-3 0,1-1 32,-8 6-32,-6 3 0,-16 9 0,-5 3 0,-7 5 0,-9 1 0,-45 3 0,-14 3 0,3 1 0,-5 1-489,1 1 0,-2 1 489,-6 2 0,0 0 0,4 1 0,2 1 0,6 0 0,3 0-90,-38 6 90,10-1 0,3 1 0,9-1 0,18-1 0,21-4 0,104-18 0,20-13 0,-12 8 0,7-2-492,-9-1 0,1 0 261,8-2 1,3 1-98,-28 7 0,1 0 0,2 0 0,7-1 0,2-1 0,-3 2-48,24-4 0,-5 2 376,-13 3 0,-4 2-308,-12 1 1,-5 0 307,35-3-112,-45 6 0,-2 0 112,27-4 983,-23 5-26,-19 2 26,-21 3 0,-97 11-492,34 2 1,-5 3-820,-7 0 0,-7 2 0,-2 2 0,-1 4 0,-2 3 0,2 1 320,0-1 1,1 1 0,1 0 7,4-2 0,1 0 0,2 0-492,-24 10 0,5-1 392,14-5 1,4 0 99,7-5 0,2 0 0,7-2 0,5-2 0,-14 5 0,25-7 0,13-6 0,38-5 0,44-15 0,-14-2 0,5-3 491,16-6 1,4-3-452,-1-4 0,0-1-40,1 0 0,0-1 0,-2 1 0,-3 0 0,-8 3 0,-3 2 0,-6 2 0,-4 1 983,19-7-418,-27 11-565,-24 8 0,-69 5 0,-35 11 0,4 3 0,-10 3-328,28-1 0,-2 2 0,-1 1 0,-4 2 0,0 1 0,-1 1 53,-1 1 0,0 0 1,0 0 274,2 0 0,1-1 0,-1 0 0,1-1 0,-1 0 0,2 0-49,5-2 0,2 0 0,0-1 49,-19 6 0,2 0-412,10-5 0,4 0 412,13-3 0,1-1 0,-44 10 0,25-8 983,23-3 0,18-5 0,12-3 0,7-3 0,2-1-390,-1 1-593,-7 2 0,-8 2 0,-15 3 0,-19 2 0,-14 1 0,-19 1-492,42-5 0,-2 1 421,-5 0 0,0 1 71,2-1 0,2 0 0,3-1 0,1 0 0,-43 6 0,16-2 0,10-1 0,16-3 0,20-2 0,10-5 983,12-8-840,17-8-143,25-16 0,20-12 0,25-12-492,-30 22 0,5-2 48,16-7 1,5-1 115,-16 10 0,3 0 0,0 1 0,1 0 0,1 0 0,0 1 144,3-1 0,1 0 0,-1 2 184,-3 3 0,-2 1 0,0 1 0,22-8 0,-3 1 0,-7 2 0,-4 2-224,-11 4 0,-4 2 224,36-15 0,-5 2 0,-10 5 0,-21 7 0,-17 5 983,-15 6-394,-9 4 394,-9 3 0,-45 2 0,-1 1-824,-8 1 0,-6 1-159,-1 0 0,-1 0-492,-10 0 0,-1 0 0,-1 0 0,0 0 0,-1 3 0,-1 3 0,-5 2 0,-1 4 0,-6 5 0,0 3 101,-6 4 1,0 3 390,3 2 0,2 3 0,11-3 0,4 1-356,6 0 0,3 0 356,7-1 0,4 1 0,-34 23-162,8 0 162,18-9 983,15-5 0,16-9 0,10-5 0,7-3 0,7-4 0,1-3-306,4-2-677,10-1 0,18-1 0,25 2 0,31-2-492,-21-7 0,7 0 0,13-2 0,3 0 387,7 0 1,1-2 104,-28-2 0,0-2 0,1 0 0,30-7 0,-1-3 0,-9-1 0,-3-3-492,-2-2 0,-4-2 213,-9 0 0,-5-1 279,-10 2 0,-3-1-236,-3 0 0,-3-1 236,30-15 0,-21 9 0,-16 6 0,-9 4 0,-10 2 983,-2 0-29,0 1 29,-2 2-290,-3 2-115,-2 4-578,-3 3 0,0 2 0,-1 2 0,4 1 0,-1 0 0,11-1 0,1 1 0,8 0 0,9 0 0,5 0 0,8 0 0,-4 0 0,-7 0 0,-8 0 0,-7 0 0,-7 0 0,-5 0 0,-7 0 0,-61 0 0,-25 0 0,5 0 0,-8 0-492,-13 0 0,-4 0 164,30 0 0,-1 0 0,-2 0 0,-10 0 0,-2 0 0,-3 0 0,-10 2 0,-2 0 0,-2 2 82,18 0 0,0 2 0,-2 0 0,-1 1 0,-10 2 0,-2 2 0,-1 0 0,2 2 0,7 0 0,0 0 0,1 2 0,1-1 0,3 1 0,0 0 0,1 1 0,1-1 0,5 0 0,1 1 0,1-1 0,3-1-82,-10 2 0,3 0 0,0 0 0,3-1 0,0 1 0,3 0-164,-17 4 0,5-1 983,13-4 1,2 0-15,5-1 1,2 0 13,12-4 1,3 0 491,-29 7 0,20-2 0,13-1 0,16-6 0,6-2 0,2 0 0,2 0 0,-5 2 0,-7 1-943,-9 2-40,-13 0 0,-11 3 0,-11 2 0,-15 3-365,40-7 0,-2 0 365,-4-1 0,-1 0 0,-4 2 0,0-1 0,0 1 0,-1 0 0,-3-2 0,2 1 0,6-1 0,2-1 0,-42 6-984,16-3 0,22-4 0,6-3 0,18-3 0,21-11 0,37-13 346,42-21 146,-10 10 0,8-2 492,18-8 0,7-2 327,-17 10 1,3-1 0,3-1-1,9-3 1,3 0 0,2-1-574,-18 10 0,1-1 0,1 1 0,1 0 0,2 0 0,1 1 0,-1 0 0,-1 1-82,15-5 0,-2 2 0,0 2 0,-2 1 0,-1 2 0,-1 2 0,-4 2 0,-2 1 0,-3 2 208,19-2 0,-4 1 120,-3 1 0,-5 2 441,-21 6 1,-4 1-442,33-6 0,-1 1 0,-25 5 983,-21 3 0,-19 3 0,-16 1 0,-54 2 0,-15 1-492,3 0 1,-4 0-1,-3 0 1,-1 0-1,-7 0 1,-1 0-1,-8 1 1,0 2-417,3 1 0,2 2-75,0 4 0,1 3 0,9 1 0,2 2 0,7 1 0,3 2 49,0-1 0,2 1-49,-30 17 0,11-2 0,20-4 0,19-6 0,13-4 983,9-1-803,6 0 129,6 2-309,8 4 0,12 6 0,12 5 0,7 4 0,3 0 0,-3-3 0,3-4 0,1-4 0,11 0 0,14-1 0,9-5 0,4-7 0,7-10 0,5-15-492,-46-2 0,1-6 399,2-4 0,-2-5 93,-6-3 0,-3-2-167,-2-2 0,-3-1 167,27-33 0,-11 5 0,-7 4 0,-15 10 0,-12 11 0,-10 6 0,-5 8 0,-3 5 0,-3 3 983,-8 3-816,-14 3 187,-18 3-354,-17 3 0,-18 2 0,-16 0-406,41 1 1,-2 0 405,-1 1 0,0 1 0,-1 3 0,1 2 0,-41 12-284,11 10 284,10 2 0,22-5 0,10-5 0,19-6 0,14-6 799,12-3-799,34-2 0,16-8 0,13-6-328,3-2 0,8-4 0,7-3 131,-14 3 0,5-2 1,4-2-1,3-1 0,2 0 33,2-2 0,4 0 0,3-2 0,1-1 0,3 0 0,2-1 41,-14 4 0,2-1 0,1 0 0,2-1 0,0 0 0,2-1 0,1 1 0,1 0 13,-2 0 1,2 0 0,0 0 0,2 0-1,0 0 1,1 0 0,1-1 0,0 1-1,0-1 11,-4 1 1,1 1 0,1-2-1,1 1 1,-1 0 0,1 0-1,0 0 1,-1 0 0,0 0-1,-2 1 0,-3 1 1,-1 0 0,1 0-1,-1 1 1,0-1 0,-1 1-1,-1 0 1,-1 0 0,-1 1-1,-1 0-24,8-2 0,0 1 0,-1 0 0,-1 0 0,-2 1 0,-2 0 0,-2 1 0,-3 0-41,7-1 0,-3 0 0,-2 1 0,-3 0 0,-2 2 0,-3 0-82,11-2 0,-4 1 0,-3 2 0,-2-1-82,17-3 0,-2 0 0,-3 0 0,-8 3 0,-3 0 0,-2 2-164,25-6 0,-9 3 0,-34 8 0,-10 2 795,7-1-303,-107 18 0,-38 8 0,26-1 0,-4 4 0,-9 1 0,0-1 0,-9 1 0,-5 1 0,-3 2 0,1 0 0,8 0 0,-1 2 0,-2 0 0,0 1 0,-1 1 0,-1-1-98,-2 1 0,-1 1 1,0-1-1,-1 2 1,-1-1-1,0 1 98,10-3 0,-2 1 0,0 0 0,-1 0 0,2 1 0,0-1 0,1 0 0,-6 2 0,1 0 0,1 0 0,1 0 0,1 0 0,1-1 0,-8 4 0,1 0 0,1-1 0,2 0 0,2 0-197,8-4 0,1 0 1,1 0-1,3-1 0,3-1 65,-26 8 0,5-1 0,2-1 459,8-3 1,3 0 0,4-2-74,-7 3 1,6-2 236,11-4 1,7-3 491,-1 5 0,40-14 0,68-14-492,12-7 1,14-6-165,2-1 1,8-2 0,4-2-83,-10 3 1,2-1 0,4-1 0,1 0-443,-8 1 0,3 0 1,1-1-1,1 0 0,1 0 0,6-1 0,2 1 1,0-1-1,0 1 0,-1 0 45,-4 0 1,-2 1 0,1 0 0,-2 1-1,-1-1 152,12-2 0,-1 0 0,-2 1 0,-4 0-328,10-1 0,-3 1 0,-6 1 127,-17 4 1,-3 1-1,-3 1-81,24-5 1,-5 1 281,-10 3 0,-7 1 983,14-3 0,-45 9-613,-105 13 0,-47 8-43,49-2 1,-1 1 0,-7 0-166,-11 1 1,-7 0 0,-4 2 0,2 0-409,2 2 0,0 2 0,0 1 0,-1 0 0,-4 0 0,0 1 0,-1 0 0,0 0 212,17-4 0,0 1 1,-1 0-1,1-1 1,1 0 33,-14 4 0,0-2 0,2 1 0,3-1-246,10-1 0,2-1 0,2-1 0,2 0 153,-9 3 0,4-2 1,1 0-198,8-2 1,2-1 0,3-1 289,-21 5 0,7-2 491,20-4 1,7-2 491,-3 1-780,113-36 1,45-15-324,-32 13 1,4-1 0,10-3 119,-14 5 0,8-3 0,5-1 0,2-1 0,2 0 0,0 1-141,-9 3 1,3 0-1,0 0 1,1 0-1,0 0 1,0 1-1,-1-1-18,12-3 1,0 1-1,0-1 1,0 1-1,0 0 1,-1-1-6,2 1 0,0 0 0,0 1 0,-1-1 0,-1 1 0,-3-1-33,7-1 0,-2 0 1,-1 0-1,-3 1 0,-3 0-49,4-1 0,-4 0 0,-1 1 0,0 0 50,3-1 0,0 0 0,-2 1 0,-3 0 523,6-2 1,-4 0 0,-1 2-309,-7 1 1,-1 2-1,-3-1 308,-10 3 1,-2 1 0,-4 0 163,6-3 1,-8 2 491,7-8 0,-111 13-492,-36 11 1,-21 7-504,27 1 1,-7 2 0,-6 2-1,-2 1 12,12 0 0,-4 2 0,-2 1 0,-2 0 0,-1 1 0,2 1-164,-1 0 0,-1 1 0,-1 0 0,1 1 0,0 0 0,2 1-33,-12 2 0,0 1 1,2 1-1,0 0 0,2 0 0,4 0 0,0 0 1,1-1-1,3 1 0,3-1-15,1-1 0,3 0 0,3 0 1,1-1 211,-15 4 0,2-1 0,2 0 0,10-1 0,1-2 0,4 0-236,-8 2 1,4 0 235,3-2 0,4 0 491,13-2 1,5-1 491,-9 3 0,39-6 0,23-5 0,21-3 0,-2-1 0,4 0-738,-5 0 1,-11 0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2BD36B-268F-F678-2171-D9F2AFCAC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98CE784-D4B1-3A4B-7660-6229F6F76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41F13DB-65B4-097D-B1DE-F7700BF17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49BE-9F51-8B46-8DC6-BCDDF49A602A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F82C439-33E7-B76D-E613-59E7C35F9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4D4F94A-4222-5A19-D8C6-332FE0256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35B8F-9A86-BF40-863B-9B1184B99C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3333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C5FDF0-9418-1357-DA69-59E8190EC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48DD2C8-3BF7-2FFD-8EE3-DDBAAB0BD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E8910BD-7970-2727-A369-2E0C3B84B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49BE-9F51-8B46-8DC6-BCDDF49A602A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6EA1584-9104-41EE-3792-DAE3E2F16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DC9C1D6-64BE-DE9D-66CF-A09ABFB06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35B8F-9A86-BF40-863B-9B1184B99C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5312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FEB1E3F-9D57-CF09-E9DB-20637ABFC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852D7E2-2828-CF64-D7C7-8DF7FBDA2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659537C-8381-2E0A-A519-58ED46D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49BE-9F51-8B46-8DC6-BCDDF49A602A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6262427-2102-11E5-A4B6-DFAB58472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7F5C4F7-D821-82A8-D129-6F8E023AC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35B8F-9A86-BF40-863B-9B1184B99C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8719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5AE754F-79CA-F05D-039A-9773694F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3F8511F-96F9-3E35-52B7-FA6CD29B5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95AA46C-3096-63C6-9461-055098CA5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1DC0CF7-1031-E340-805E-6B5C1A99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49BE-9F51-8B46-8DC6-BCDDF49A602A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3CD27A7-6611-9424-5720-61F45ECF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31BAC38-E4EB-D8B3-F9BE-2622DA85E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35B8F-9A86-BF40-863B-9B1184B99C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5105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41EC19-3626-D6EA-D122-859F4F1A0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5590862-E10F-4EFA-B68D-0F6CB23FC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DEF4A9E-1825-1DB8-2406-D84C5BB30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E07D2F26-F7A8-4C28-506E-74C342BCE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C2CF62B-07E1-A556-1993-DE45A8A55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297E9E84-75DC-4F10-47CF-0238249E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49BE-9F51-8B46-8DC6-BCDDF49A602A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32EF955-570C-FFF2-33CF-26CD78D07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AEACCDD6-4CF1-3730-BCD0-5CEFE7902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35B8F-9A86-BF40-863B-9B1184B99C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239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DE20640-074F-668C-1F1F-80C64AF84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BDEDE2EA-398D-BA59-4CFB-9BD17C9D4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49BE-9F51-8B46-8DC6-BCDDF49A602A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AF09F621-24BF-D3E6-462D-1025381DC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2C1F2EF-2460-B4DA-0775-350853C3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35B8F-9A86-BF40-863B-9B1184B99C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4272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AA713256-6BF6-5BDC-4466-D1741D9D8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49BE-9F51-8B46-8DC6-BCDDF49A602A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AB9F64E2-1121-1AD1-34AB-45904578D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EEEC99E-2461-3B0A-4223-C91B25D25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35B8F-9A86-BF40-863B-9B1184B99C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672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A95DC6-DB70-73F0-DED1-115C8F76A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428E449-A8C3-9D80-363B-6C357F20D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D159BBA-C62D-29F0-1517-E404CA37F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7710732-B869-2968-9C5C-1B61A2D7B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49BE-9F51-8B46-8DC6-BCDDF49A602A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1C56993-30A1-E526-AD98-C0DA773E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E371866-F194-7F71-33A3-AB7B398C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35B8F-9A86-BF40-863B-9B1184B99C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5798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E12F620-6193-6D7C-83E2-FC9D5D67D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5A0926A0-5F2D-0A29-A961-62BE36D283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7D8A9CD-9BB6-B727-0E38-1E01EB338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2BCDD2C-F485-DE6C-BC35-45C2F43E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49BE-9F51-8B46-8DC6-BCDDF49A602A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EEF8F4D-D152-3D0E-19B3-CB5CA1182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044BFD3-1076-A385-40FC-8D375C53D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35B8F-9A86-BF40-863B-9B1184B99C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838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8E94D7-BBC7-B6D1-458E-232EA3B5B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F423007-85D3-0F5E-0808-4DC8DA85E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65752FF-6E09-2703-87F2-F6AFE578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49BE-9F51-8B46-8DC6-BCDDF49A602A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6F018CA-8135-570F-6004-598C6D527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C12113D-70FA-0390-E911-33B25750D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35B8F-9A86-BF40-863B-9B1184B99C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0568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914384D-3BAD-BE9E-864A-9026FE2BD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25C7A61-39EC-9ECE-4DBF-6E20D11B6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5ECDA58-5D3B-0772-9AE9-6A22CB47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49BE-9F51-8B46-8DC6-BCDDF49A602A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C12252C-75F0-C579-D5EB-4E5E5046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BB02057-E7FA-61FB-CFCF-291EBEBD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35B8F-9A86-BF40-863B-9B1184B99C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2308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4B98CED0-AF4B-D99D-A14C-EB9570A4F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14061EF-255A-C84E-B769-E5E6E4F44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86DDA3A-8886-90A7-0204-B82FDC9A0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D49BE-9F51-8B46-8DC6-BCDDF49A602A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0BC12DD-0ECA-914F-C8BD-AC13989035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3C0895E-D5DF-38C0-E093-C2C737429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935B8F-9A86-BF40-863B-9B1184B99C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9346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7ECD248-7B6E-AE96-C27C-00B70E52F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>
                <a:solidFill>
                  <a:srgbClr val="FFFFFF"/>
                </a:solidFill>
              </a:rPr>
              <a:t>Multitasking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96426D8-CC2C-EBC6-3155-A323AF0AD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b="1" dirty="0"/>
              <a:t>İşletim sisteminin</a:t>
            </a:r>
            <a:r>
              <a:rPr lang="tr-TR" dirty="0"/>
              <a:t> aynı anda birden fazla işi, görevi yürütmesi.</a:t>
            </a:r>
          </a:p>
          <a:p>
            <a:r>
              <a:rPr lang="tr-TR" dirty="0"/>
              <a:t>Örneğin:</a:t>
            </a:r>
          </a:p>
          <a:p>
            <a:pPr lvl="1"/>
            <a:r>
              <a:rPr lang="tr-TR" dirty="0"/>
              <a:t>VS </a:t>
            </a:r>
            <a:r>
              <a:rPr lang="tr-TR" dirty="0" err="1"/>
              <a:t>Code</a:t>
            </a:r>
            <a:r>
              <a:rPr lang="tr-TR" dirty="0"/>
              <a:t> açık,</a:t>
            </a:r>
          </a:p>
          <a:p>
            <a:pPr lvl="1"/>
            <a:r>
              <a:rPr lang="tr-TR" dirty="0"/>
              <a:t>Spotify müzik çalıyor,</a:t>
            </a:r>
          </a:p>
          <a:p>
            <a:pPr lvl="1"/>
            <a:r>
              <a:rPr lang="tr-TR" dirty="0"/>
              <a:t>Chrome’da 10 sekme açık.</a:t>
            </a:r>
          </a:p>
          <a:p>
            <a:r>
              <a:rPr lang="tr-TR" dirty="0"/>
              <a:t>Hepsi aynı anda “çalışıyor gibi” görünür → işletim sistemi CPU zamanını </a:t>
            </a:r>
            <a:r>
              <a:rPr lang="tr-TR" b="1" dirty="0"/>
              <a:t>parçalara bölerek (time </a:t>
            </a:r>
            <a:r>
              <a:rPr lang="tr-TR" b="1" dirty="0" err="1"/>
              <a:t>slicing</a:t>
            </a:r>
            <a:r>
              <a:rPr lang="tr-TR" b="1" dirty="0"/>
              <a:t>)</a:t>
            </a:r>
            <a:r>
              <a:rPr lang="tr-TR" dirty="0"/>
              <a:t> bu süreçler arasında paylaştırır.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48130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3E84915-DE7D-DA4F-EE1B-2971E7401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tr-TR" sz="5400">
                <a:solidFill>
                  <a:srgbClr val="FFFFFF"/>
                </a:solidFill>
              </a:rPr>
              <a:t>Process nedir?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BD5B88A-C242-9794-05F2-45D08F85DB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4863527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3118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B7F01FE-714F-7057-027E-0EC191D32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tr-TR" sz="5400" dirty="0" err="1"/>
              <a:t>Multiprocessing</a:t>
            </a:r>
            <a:r>
              <a:rPr lang="tr-TR" sz="5400" dirty="0"/>
              <a:t> nedir?</a:t>
            </a:r>
          </a:p>
        </p:txBody>
      </p:sp>
      <p:pic>
        <p:nvPicPr>
          <p:cNvPr id="6" name="Picture 5" descr="Çizgiler ve finansal simgelere sahip bir soyut tasarım">
            <a:extLst>
              <a:ext uri="{FF2B5EF4-FFF2-40B4-BE49-F238E27FC236}">
                <a16:creationId xmlns:a16="http://schemas.microsoft.com/office/drawing/2014/main" id="{9446F2CB-B86F-5F21-40E7-82F6C553E8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74" r="27865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D8886C-705A-5A45-3B71-A051C9A91B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7762" y="2655918"/>
            <a:ext cx="6352404" cy="39713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tr-TR" altLang="tr-TR" dirty="0"/>
              <a:t>Aynı program içinde birden fazla </a:t>
            </a:r>
            <a:r>
              <a:rPr lang="tr-TR" altLang="tr-TR" dirty="0" err="1"/>
              <a:t>process</a:t>
            </a:r>
            <a:r>
              <a:rPr lang="tr-TR" altLang="tr-TR" dirty="0"/>
              <a:t> başlatıp işi paylaştırmak.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tr-TR" altLang="tr-TR" dirty="0"/>
              <a:t>Python’da: </a:t>
            </a:r>
            <a:r>
              <a:rPr lang="tr-TR" altLang="tr-TR" dirty="0" err="1"/>
              <a:t>multiprocessing</a:t>
            </a:r>
            <a:r>
              <a:rPr lang="tr-TR" altLang="tr-TR" dirty="0"/>
              <a:t> modülü veya</a:t>
            </a:r>
            <a:br>
              <a:rPr lang="tr-TR" altLang="tr-TR" dirty="0"/>
            </a:br>
            <a:r>
              <a:rPr lang="tr-TR" altLang="tr-TR" dirty="0" err="1"/>
              <a:t>concurrent.futures.ProcessPoolExecutor</a:t>
            </a:r>
            <a:r>
              <a:rPr lang="tr-TR" altLang="tr-TR" dirty="0"/>
              <a:t> ile yapılır.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tr-TR" altLang="tr-TR" dirty="0"/>
              <a:t>Avantajı: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tr-TR" dirty="0"/>
              <a:t>Tek bir Python programını, bilgisayardaki birden fazla işlemci çekirdeğini aynı anda kullanacak şekilde bölebilir.</a:t>
            </a:r>
            <a:br>
              <a:rPr lang="tr-TR" dirty="0"/>
            </a:br>
            <a:r>
              <a:rPr lang="tr-TR" dirty="0"/>
              <a:t>Böylece özellikle çok hesaplama gerektiren işlerde (CPU’yu yoran işlerde) gerçekten aynı anda (paralel) çalışır ve işi daha hızlı bitirir.”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tr-TR" altLang="tr-TR" dirty="0"/>
              <a:t>Dezavantajı: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tr-TR" altLang="tr-TR" dirty="0" err="1"/>
              <a:t>Process</a:t>
            </a:r>
            <a:r>
              <a:rPr lang="tr-TR" altLang="tr-TR" dirty="0"/>
              <a:t> yaratmak pahalı(</a:t>
            </a:r>
            <a:r>
              <a:rPr lang="tr-TR" dirty="0"/>
              <a:t>Her </a:t>
            </a:r>
            <a:r>
              <a:rPr lang="tr-TR" dirty="0" err="1"/>
              <a:t>process</a:t>
            </a:r>
            <a:r>
              <a:rPr lang="tr-TR" dirty="0"/>
              <a:t>, sanki ayrı bir program açmak gibi.</a:t>
            </a:r>
            <a:r>
              <a:rPr lang="tr-TR" altLang="tr-TR" dirty="0"/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tr-TR" altLang="tr-TR" dirty="0"/>
              <a:t>Aralarında veri paylaşımı zor (</a:t>
            </a:r>
            <a:r>
              <a:rPr lang="tr-TR" altLang="tr-TR" dirty="0" err="1"/>
              <a:t>pickle</a:t>
            </a:r>
            <a:r>
              <a:rPr lang="tr-TR" altLang="tr-TR" dirty="0"/>
              <a:t>, </a:t>
            </a:r>
            <a:r>
              <a:rPr lang="tr-TR" altLang="tr-TR" dirty="0" err="1"/>
              <a:t>queue</a:t>
            </a:r>
            <a:r>
              <a:rPr lang="tr-TR" altLang="tr-TR" dirty="0"/>
              <a:t> vs. gerekiyor).</a:t>
            </a:r>
          </a:p>
          <a:p>
            <a:r>
              <a:rPr lang="tr-TR" dirty="0"/>
              <a:t>Daha fazla bellek tüketir</a:t>
            </a:r>
          </a:p>
          <a:p>
            <a:r>
              <a:rPr lang="tr-TR" dirty="0"/>
              <a:t>Her </a:t>
            </a:r>
            <a:r>
              <a:rPr lang="tr-TR" dirty="0" err="1"/>
              <a:t>process</a:t>
            </a:r>
            <a:r>
              <a:rPr lang="tr-TR" dirty="0"/>
              <a:t>, kendi bellek alanına sahip.</a:t>
            </a:r>
          </a:p>
          <a:p>
            <a:r>
              <a:rPr lang="tr-TR" dirty="0"/>
              <a:t>Dolayısıyla 1 </a:t>
            </a:r>
            <a:r>
              <a:rPr lang="tr-TR" dirty="0" err="1"/>
              <a:t>process</a:t>
            </a:r>
            <a:r>
              <a:rPr lang="tr-TR" dirty="0"/>
              <a:t> yerine 4 </a:t>
            </a:r>
            <a:r>
              <a:rPr lang="tr-TR" dirty="0" err="1"/>
              <a:t>process</a:t>
            </a:r>
            <a:r>
              <a:rPr lang="tr-TR" dirty="0"/>
              <a:t> açarsan:</a:t>
            </a:r>
          </a:p>
          <a:p>
            <a:pPr lvl="1"/>
            <a:r>
              <a:rPr lang="tr-TR" dirty="0"/>
              <a:t>Aynı kod + benzer veriler birden çok kez </a:t>
            </a:r>
            <a:r>
              <a:rPr lang="tr-TR" dirty="0" err="1"/>
              <a:t>RAM’de</a:t>
            </a:r>
            <a:r>
              <a:rPr lang="tr-TR" dirty="0"/>
              <a:t> tutulabilir.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tr-TR" altLang="tr-TR" dirty="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tr-TR" altLang="tr-TR" dirty="0"/>
          </a:p>
        </p:txBody>
      </p:sp>
    </p:spTree>
    <p:extLst>
      <p:ext uri="{BB962C8B-B14F-4D97-AF65-F5344CB8AC3E}">
        <p14:creationId xmlns:p14="http://schemas.microsoft.com/office/powerpoint/2010/main" val="715108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id="{A260470B-EEA6-F79D-7276-33AA493C2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tr-TR" sz="3600">
                <a:solidFill>
                  <a:schemeClr val="tx2"/>
                </a:solidFill>
              </a:rPr>
              <a:t>Multiprocessing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B8A0F69-BF8A-630F-2D22-E905CDCDC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tr-TR" sz="1800" dirty="0" err="1">
                <a:solidFill>
                  <a:schemeClr val="tx2"/>
                </a:solidFill>
              </a:rPr>
              <a:t>Multiprocessing</a:t>
            </a:r>
            <a:r>
              <a:rPr lang="tr-TR" sz="1800" dirty="0">
                <a:solidFill>
                  <a:schemeClr val="tx2"/>
                </a:solidFill>
              </a:rPr>
              <a:t> ile hız kazanıyoruz ama bedeli var:</a:t>
            </a:r>
            <a:br>
              <a:rPr lang="tr-TR" sz="1800" dirty="0">
                <a:solidFill>
                  <a:schemeClr val="tx2"/>
                </a:solidFill>
              </a:rPr>
            </a:br>
            <a:r>
              <a:rPr lang="tr-TR" sz="1800" dirty="0">
                <a:solidFill>
                  <a:schemeClr val="tx2"/>
                </a:solidFill>
              </a:rPr>
              <a:t>daha çok RAM harcıyor, </a:t>
            </a:r>
            <a:r>
              <a:rPr lang="tr-TR" sz="1800" dirty="0" err="1">
                <a:solidFill>
                  <a:schemeClr val="tx2"/>
                </a:solidFill>
              </a:rPr>
              <a:t>process</a:t>
            </a:r>
            <a:r>
              <a:rPr lang="tr-TR" sz="1800" dirty="0">
                <a:solidFill>
                  <a:schemeClr val="tx2"/>
                </a:solidFill>
              </a:rPr>
              <a:t> açıp kapamak pahalı,</a:t>
            </a:r>
            <a:br>
              <a:rPr lang="tr-TR" sz="1800" dirty="0">
                <a:solidFill>
                  <a:schemeClr val="tx2"/>
                </a:solidFill>
              </a:rPr>
            </a:br>
            <a:r>
              <a:rPr lang="tr-TR" sz="1800" dirty="0">
                <a:solidFill>
                  <a:schemeClr val="tx2"/>
                </a:solidFill>
              </a:rPr>
              <a:t>veriyi paylaşmak da daha zor ve yavaş.</a:t>
            </a:r>
            <a:br>
              <a:rPr lang="tr-TR" sz="1800" dirty="0">
                <a:solidFill>
                  <a:schemeClr val="tx2"/>
                </a:solidFill>
              </a:rPr>
            </a:br>
            <a:r>
              <a:rPr lang="tr-TR" sz="1800" dirty="0">
                <a:solidFill>
                  <a:schemeClr val="tx2"/>
                </a:solidFill>
              </a:rPr>
              <a:t>Bu yüzden sadece gerçekten </a:t>
            </a:r>
            <a:r>
              <a:rPr lang="tr-TR" sz="1800" b="1" dirty="0">
                <a:solidFill>
                  <a:schemeClr val="tx2"/>
                </a:solidFill>
              </a:rPr>
              <a:t>ağır hesap</a:t>
            </a:r>
            <a:r>
              <a:rPr lang="tr-TR" sz="1800" dirty="0">
                <a:solidFill>
                  <a:schemeClr val="tx2"/>
                </a:solidFill>
              </a:rPr>
              <a:t> gerektiren, CPU’yu boğan işlerde kullanmak mantıklı.</a:t>
            </a:r>
          </a:p>
        </p:txBody>
      </p:sp>
    </p:spTree>
    <p:extLst>
      <p:ext uri="{BB962C8B-B14F-4D97-AF65-F5344CB8AC3E}">
        <p14:creationId xmlns:p14="http://schemas.microsoft.com/office/powerpoint/2010/main" val="1763811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ECCDF2C-FCD9-A94D-51B2-591A01704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tr-TR" sz="4000">
                <a:solidFill>
                  <a:schemeClr val="bg1"/>
                </a:solidFill>
              </a:rPr>
              <a:t>Thread nedir?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61DC5F1-C563-FA5D-D361-68F21E978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tr-TR" sz="2400" dirty="0" err="1"/>
              <a:t>Thread</a:t>
            </a:r>
            <a:r>
              <a:rPr lang="tr-TR" sz="2400" dirty="0"/>
              <a:t> = </a:t>
            </a:r>
            <a:r>
              <a:rPr lang="tr-TR" sz="2400" dirty="0" err="1"/>
              <a:t>Process</a:t>
            </a:r>
            <a:r>
              <a:rPr lang="tr-TR" sz="2400" dirty="0"/>
              <a:t> içindeki hafif “alt yürütme birimi”.</a:t>
            </a:r>
          </a:p>
          <a:p>
            <a:pPr marL="0" indent="0">
              <a:buNone/>
            </a:pPr>
            <a:endParaRPr lang="tr-TR" sz="2400" dirty="0"/>
          </a:p>
          <a:p>
            <a:r>
              <a:rPr lang="tr-TR" sz="2400" dirty="0">
                <a:highlight>
                  <a:srgbClr val="FFFF00"/>
                </a:highlight>
              </a:rPr>
              <a:t>Aynı </a:t>
            </a:r>
            <a:r>
              <a:rPr lang="tr-TR" sz="2400" dirty="0" err="1">
                <a:highlight>
                  <a:srgbClr val="FFFF00"/>
                </a:highlight>
              </a:rPr>
              <a:t>process</a:t>
            </a:r>
            <a:r>
              <a:rPr lang="tr-TR" sz="2400" dirty="0">
                <a:highlight>
                  <a:srgbClr val="FFFF00"/>
                </a:highlight>
              </a:rPr>
              <a:t> içindeki tüm </a:t>
            </a:r>
            <a:r>
              <a:rPr lang="tr-TR" sz="2400" dirty="0" err="1">
                <a:highlight>
                  <a:srgbClr val="FFFF00"/>
                </a:highlight>
              </a:rPr>
              <a:t>thread’ler</a:t>
            </a:r>
            <a:r>
              <a:rPr lang="tr-TR" sz="2400" dirty="0">
                <a:highlight>
                  <a:srgbClr val="FFFF00"/>
                </a:highlight>
              </a:rPr>
              <a:t>:</a:t>
            </a:r>
          </a:p>
          <a:p>
            <a:r>
              <a:rPr lang="tr-TR" sz="2400" dirty="0"/>
              <a:t>Aynı adres alanını paylaşır (aynı global değişkenler, aynı obje referansları),</a:t>
            </a:r>
          </a:p>
          <a:p>
            <a:r>
              <a:rPr lang="tr-TR" sz="2400" dirty="0"/>
              <a:t>Bu yüzden veri paylaşımı çok kolay,</a:t>
            </a:r>
          </a:p>
          <a:p>
            <a:r>
              <a:rPr lang="tr-TR" sz="2400" dirty="0"/>
              <a:t>Ama </a:t>
            </a:r>
            <a:r>
              <a:rPr lang="tr-TR" sz="2400" b="1" dirty="0" err="1"/>
              <a:t>race</a:t>
            </a:r>
            <a:r>
              <a:rPr lang="tr-TR" sz="2400" b="1" dirty="0"/>
              <a:t> </a:t>
            </a:r>
            <a:r>
              <a:rPr lang="tr-TR" sz="2400" b="1" dirty="0" err="1"/>
              <a:t>condition</a:t>
            </a:r>
            <a:r>
              <a:rPr lang="tr-TR" sz="2400" dirty="0"/>
              <a:t> riski var → </a:t>
            </a:r>
            <a:r>
              <a:rPr lang="tr-TR" sz="2400" dirty="0" err="1"/>
              <a:t>lock</a:t>
            </a:r>
            <a:r>
              <a:rPr lang="tr-TR" sz="2400" dirty="0"/>
              <a:t>, </a:t>
            </a:r>
            <a:r>
              <a:rPr lang="tr-TR" sz="2400" dirty="0" err="1"/>
              <a:t>mutex</a:t>
            </a:r>
            <a:r>
              <a:rPr lang="tr-TR" sz="2400" dirty="0"/>
              <a:t>, </a:t>
            </a:r>
            <a:r>
              <a:rPr lang="tr-TR" sz="2400" dirty="0" err="1"/>
              <a:t>semaphore</a:t>
            </a:r>
            <a:r>
              <a:rPr lang="tr-TR" sz="2400" dirty="0"/>
              <a:t> gibi konular çıkıyor.</a:t>
            </a:r>
          </a:p>
          <a:p>
            <a:pPr marL="0" indent="0">
              <a:buNone/>
            </a:pP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343284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etin, ekran görüntüsü, diyagram, dikdörtgen içeren bir resim&#10;&#10;Açıklama otomatik olarak oluşturuldu">
            <a:extLst>
              <a:ext uri="{FF2B5EF4-FFF2-40B4-BE49-F238E27FC236}">
                <a16:creationId xmlns:a16="http://schemas.microsoft.com/office/drawing/2014/main" id="{F267C9E4-A9D3-7410-4B6B-41F4D2D932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811783"/>
            <a:ext cx="10905066" cy="523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Mürekkep 1">
                <a:extLst>
                  <a:ext uri="{FF2B5EF4-FFF2-40B4-BE49-F238E27FC236}">
                    <a16:creationId xmlns:a16="http://schemas.microsoft.com/office/drawing/2014/main" id="{711C42C3-A284-627B-41F8-9F46257D84F2}"/>
                  </a:ext>
                </a:extLst>
              </p14:cNvPr>
              <p14:cNvContentPartPr/>
              <p14:nvPr/>
            </p14:nvContentPartPr>
            <p14:xfrm>
              <a:off x="691499" y="568273"/>
              <a:ext cx="3299760" cy="947160"/>
            </p14:xfrm>
          </p:contentPart>
        </mc:Choice>
        <mc:Fallback xmlns="">
          <p:pic>
            <p:nvPicPr>
              <p:cNvPr id="2" name="Mürekkep 1">
                <a:extLst>
                  <a:ext uri="{FF2B5EF4-FFF2-40B4-BE49-F238E27FC236}">
                    <a16:creationId xmlns:a16="http://schemas.microsoft.com/office/drawing/2014/main" id="{711C42C3-A284-627B-41F8-9F46257D84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8499" y="505633"/>
                <a:ext cx="3425400" cy="107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5157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F56BD84-E0D9-D181-B853-3ECD3814F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>
                <a:solidFill>
                  <a:srgbClr val="FFFFFF"/>
                </a:solidFill>
              </a:rPr>
              <a:t>Race condition nedir?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8C8B3C5-67D4-98DC-F187-FA80C834E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/>
              <a:t>Aynı veriye </a:t>
            </a:r>
            <a:r>
              <a:rPr lang="tr-TR" b="1" dirty="0"/>
              <a:t>aynı anda</a:t>
            </a:r>
            <a:r>
              <a:rPr lang="tr-TR" dirty="0"/>
              <a:t> erişmeye çalışan iki (veya daha fazla) </a:t>
            </a:r>
            <a:r>
              <a:rPr lang="tr-TR" dirty="0" err="1"/>
              <a:t>thread</a:t>
            </a:r>
            <a:r>
              <a:rPr lang="tr-TR" dirty="0"/>
              <a:t> yüzünden, </a:t>
            </a:r>
            <a:r>
              <a:rPr lang="tr-TR" b="1" dirty="0"/>
              <a:t>sonucun “şansa” kalması</a:t>
            </a:r>
            <a:r>
              <a:rPr lang="tr-TR" dirty="0"/>
              <a:t> durumuna </a:t>
            </a:r>
            <a:r>
              <a:rPr lang="tr-TR" i="1" dirty="0" err="1"/>
              <a:t>race</a:t>
            </a:r>
            <a:r>
              <a:rPr lang="tr-TR" i="1" dirty="0"/>
              <a:t> </a:t>
            </a:r>
            <a:r>
              <a:rPr lang="tr-TR" i="1" dirty="0" err="1"/>
              <a:t>condition</a:t>
            </a:r>
            <a:r>
              <a:rPr lang="tr-TR" dirty="0"/>
              <a:t> denir.</a:t>
            </a:r>
          </a:p>
          <a:p>
            <a:r>
              <a:rPr lang="tr-TR" dirty="0"/>
              <a:t>Tek bir banka hesabın var: bakiye = 100 TL</a:t>
            </a:r>
          </a:p>
          <a:p>
            <a:r>
              <a:rPr lang="tr-TR" dirty="0"/>
              <a:t>İki </a:t>
            </a:r>
            <a:r>
              <a:rPr lang="tr-TR" dirty="0" err="1"/>
              <a:t>thread</a:t>
            </a:r>
            <a:r>
              <a:rPr lang="tr-TR" dirty="0"/>
              <a:t> aynı anda bu hesabı güncelliyor:</a:t>
            </a:r>
          </a:p>
          <a:p>
            <a:pPr lvl="1"/>
            <a:r>
              <a:rPr lang="tr-TR" dirty="0" err="1"/>
              <a:t>Thread</a:t>
            </a:r>
            <a:r>
              <a:rPr lang="tr-TR" dirty="0"/>
              <a:t> A: “100 TL çek”</a:t>
            </a:r>
          </a:p>
          <a:p>
            <a:pPr lvl="1"/>
            <a:r>
              <a:rPr lang="tr-TR" dirty="0" err="1"/>
              <a:t>Thread</a:t>
            </a:r>
            <a:r>
              <a:rPr lang="tr-TR" dirty="0"/>
              <a:t> B: “50 TL çek”</a:t>
            </a:r>
          </a:p>
          <a:p>
            <a:r>
              <a:rPr lang="tr-TR" dirty="0"/>
              <a:t>Beklediğimiz mantıklı sonuç:</a:t>
            </a:r>
          </a:p>
          <a:p>
            <a:r>
              <a:rPr lang="tr-TR" dirty="0"/>
              <a:t>En sonunda bakiye 100 - 100 - 50 = </a:t>
            </a:r>
            <a:r>
              <a:rPr lang="tr-TR" b="1" dirty="0"/>
              <a:t>–50 TL olmamalı</a:t>
            </a:r>
            <a:r>
              <a:rPr lang="tr-TR" dirty="0"/>
              <a:t>,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44536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EAD4D-FBCD-3466-10D0-3884C41BE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E9C0DEE-13BB-2835-4EC7-100BEDEE4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tr-TR" sz="5400"/>
              <a:t>Race condition nedir?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9B986E96-D9F8-B6A8-C6FF-E98B50AFE1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785800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656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4" descr="An open bathroom door">
            <a:extLst>
              <a:ext uri="{FF2B5EF4-FFF2-40B4-BE49-F238E27FC236}">
                <a16:creationId xmlns:a16="http://schemas.microsoft.com/office/drawing/2014/main" id="{C8B9300A-EC50-1C63-FDD9-F9F68CE737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72" r="32267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95A98A5-73D6-1F0F-58D5-B579B51CA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tr-TR" sz="4000"/>
              <a:t>lock / mutex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7D77701-7578-C888-B4AB-F02BAF5DC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tr-TR" sz="1700" b="1" dirty="0" err="1"/>
              <a:t>Lock</a:t>
            </a:r>
            <a:r>
              <a:rPr lang="tr-TR" sz="1700" b="1" dirty="0"/>
              <a:t> / </a:t>
            </a:r>
            <a:r>
              <a:rPr lang="tr-TR" sz="1700" b="1" dirty="0" err="1"/>
              <a:t>mutex</a:t>
            </a:r>
            <a:r>
              <a:rPr lang="tr-TR" sz="1700" dirty="0"/>
              <a:t> = </a:t>
            </a:r>
            <a:r>
              <a:rPr lang="tr-TR" sz="1700" b="1" dirty="0"/>
              <a:t>kilit</a:t>
            </a:r>
            <a:r>
              <a:rPr lang="tr-TR" sz="1700" dirty="0"/>
              <a:t>.</a:t>
            </a:r>
          </a:p>
          <a:p>
            <a:r>
              <a:rPr lang="tr-TR" sz="1700" dirty="0"/>
              <a:t>Ortak kaynağın (banka hesabı, global sayaç, dosya) etrafına bir kapı koyuyoruz, kapıda da kilit var.(yani bir kural oluşturuyoruz)</a:t>
            </a:r>
          </a:p>
          <a:p>
            <a:r>
              <a:rPr lang="tr-TR" sz="1700" dirty="0">
                <a:highlight>
                  <a:srgbClr val="FFFF00"/>
                </a:highlight>
              </a:rPr>
              <a:t>Kural şöyle:</a:t>
            </a:r>
          </a:p>
          <a:p>
            <a:r>
              <a:rPr lang="tr-TR" sz="1700" dirty="0" err="1"/>
              <a:t>Thread</a:t>
            </a:r>
            <a:r>
              <a:rPr lang="tr-TR" sz="1700" dirty="0"/>
              <a:t> içeri girmeden önce kilidi alır (</a:t>
            </a:r>
            <a:r>
              <a:rPr lang="tr-TR" sz="1700" dirty="0" err="1"/>
              <a:t>lock</a:t>
            </a:r>
            <a:r>
              <a:rPr lang="tr-TR" sz="1700" dirty="0"/>
              <a:t>).</a:t>
            </a:r>
          </a:p>
          <a:p>
            <a:r>
              <a:rPr lang="tr-TR" sz="1700" dirty="0"/>
              <a:t>İçeri girer, işini yapar (bakiyeyi günceller </a:t>
            </a:r>
            <a:r>
              <a:rPr lang="tr-TR" sz="1700" dirty="0" err="1"/>
              <a:t>vs</a:t>
            </a:r>
            <a:r>
              <a:rPr lang="tr-TR" sz="1700" dirty="0"/>
              <a:t>).</a:t>
            </a:r>
          </a:p>
          <a:p>
            <a:r>
              <a:rPr lang="tr-TR" sz="1700" dirty="0"/>
              <a:t>Çıkarken kilidi bırakır (</a:t>
            </a:r>
            <a:r>
              <a:rPr lang="tr-TR" sz="1700" dirty="0" err="1"/>
              <a:t>unlock</a:t>
            </a:r>
            <a:r>
              <a:rPr lang="tr-TR" sz="1700" dirty="0"/>
              <a:t>).</a:t>
            </a:r>
          </a:p>
          <a:p>
            <a:r>
              <a:rPr lang="tr-TR" sz="1700" dirty="0"/>
              <a:t>Başka </a:t>
            </a:r>
            <a:r>
              <a:rPr lang="tr-TR" sz="1700" dirty="0" err="1"/>
              <a:t>thread</a:t>
            </a:r>
            <a:r>
              <a:rPr lang="tr-TR" sz="1700" dirty="0"/>
              <a:t> kilidi almadan içeri giremez → sıra olur.</a:t>
            </a:r>
          </a:p>
          <a:p>
            <a:r>
              <a:rPr lang="tr-TR" sz="1700" dirty="0"/>
              <a:t>Yani aynı anda </a:t>
            </a:r>
            <a:r>
              <a:rPr lang="tr-TR" sz="1700" b="1" dirty="0"/>
              <a:t>en fazla 1 </a:t>
            </a:r>
            <a:r>
              <a:rPr lang="tr-TR" sz="1700" b="1" dirty="0" err="1"/>
              <a:t>thread</a:t>
            </a:r>
            <a:r>
              <a:rPr lang="tr-TR" sz="1700" dirty="0"/>
              <a:t> o kodu çalıştırabilir.</a:t>
            </a:r>
          </a:p>
          <a:p>
            <a:endParaRPr lang="tr-TR" sz="1700" dirty="0"/>
          </a:p>
        </p:txBody>
      </p:sp>
    </p:spTree>
    <p:extLst>
      <p:ext uri="{BB962C8B-B14F-4D97-AF65-F5344CB8AC3E}">
        <p14:creationId xmlns:p14="http://schemas.microsoft.com/office/powerpoint/2010/main" val="3494286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20893BD-678C-FDCE-C431-7E1A4EF4A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Semaphore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49D08D9-04F8-7F9B-4B7F-2EE846FAB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b="1" dirty="0"/>
              <a:t>Semaphore</a:t>
            </a:r>
            <a:r>
              <a:rPr lang="en-US" sz="1700" dirty="0"/>
              <a:t> = “</a:t>
            </a:r>
            <a:r>
              <a:rPr lang="en-US" sz="1700" dirty="0" err="1"/>
              <a:t>İçeri</a:t>
            </a:r>
            <a:r>
              <a:rPr lang="en-US" sz="1700" dirty="0"/>
              <a:t> </a:t>
            </a:r>
            <a:r>
              <a:rPr lang="en-US" sz="1700" dirty="0" err="1"/>
              <a:t>aynı</a:t>
            </a:r>
            <a:r>
              <a:rPr lang="en-US" sz="1700" dirty="0"/>
              <a:t> </a:t>
            </a:r>
            <a:r>
              <a:rPr lang="en-US" sz="1700" dirty="0" err="1"/>
              <a:t>anda</a:t>
            </a:r>
            <a:r>
              <a:rPr lang="en-US" sz="1700" dirty="0"/>
              <a:t> </a:t>
            </a:r>
            <a:r>
              <a:rPr lang="en-US" sz="1700" dirty="0" err="1"/>
              <a:t>en</a:t>
            </a:r>
            <a:r>
              <a:rPr lang="en-US" sz="1700" dirty="0"/>
              <a:t> </a:t>
            </a:r>
            <a:r>
              <a:rPr lang="en-US" sz="1700" dirty="0" err="1"/>
              <a:t>fazla</a:t>
            </a:r>
            <a:r>
              <a:rPr lang="en-US" sz="1700" dirty="0"/>
              <a:t> N </a:t>
            </a:r>
            <a:r>
              <a:rPr lang="en-US" sz="1700" dirty="0" err="1"/>
              <a:t>kişi</a:t>
            </a:r>
            <a:r>
              <a:rPr lang="en-US" sz="1700" dirty="0"/>
              <a:t> </a:t>
            </a:r>
            <a:r>
              <a:rPr lang="en-US" sz="1700" dirty="0" err="1"/>
              <a:t>girsin</a:t>
            </a:r>
            <a:r>
              <a:rPr lang="en-US" sz="1700" dirty="0"/>
              <a:t>” </a:t>
            </a:r>
            <a:r>
              <a:rPr lang="en-US" sz="1700" dirty="0" err="1"/>
              <a:t>türü</a:t>
            </a:r>
            <a:r>
              <a:rPr lang="en-US" sz="1700" dirty="0"/>
              <a:t> </a:t>
            </a:r>
            <a:r>
              <a:rPr lang="en-US" sz="1700" dirty="0" err="1"/>
              <a:t>bir</a:t>
            </a:r>
            <a:r>
              <a:rPr lang="en-US" sz="1700" dirty="0"/>
              <a:t> </a:t>
            </a:r>
            <a:r>
              <a:rPr lang="en-US" sz="1700" dirty="0" err="1"/>
              <a:t>sayıcı</a:t>
            </a:r>
            <a:r>
              <a:rPr lang="en-US" sz="1700" dirty="0"/>
              <a:t>.</a:t>
            </a:r>
          </a:p>
          <a:p>
            <a:r>
              <a:rPr lang="en-US" sz="1700" dirty="0"/>
              <a:t>Lock “0 </a:t>
            </a:r>
            <a:r>
              <a:rPr lang="en-US" sz="1700" dirty="0" err="1"/>
              <a:t>veya</a:t>
            </a:r>
            <a:r>
              <a:rPr lang="en-US" sz="1700" dirty="0"/>
              <a:t> 1 </a:t>
            </a:r>
            <a:r>
              <a:rPr lang="en-US" sz="1700" dirty="0" err="1"/>
              <a:t>kişi</a:t>
            </a:r>
            <a:r>
              <a:rPr lang="en-US" sz="1700" dirty="0"/>
              <a:t>” </a:t>
            </a:r>
            <a:r>
              <a:rPr lang="en-US" sz="1700" dirty="0" err="1"/>
              <a:t>gibi</a:t>
            </a:r>
            <a:r>
              <a:rPr lang="en-US" sz="1700" dirty="0"/>
              <a:t>; semaphore “</a:t>
            </a:r>
            <a:r>
              <a:rPr lang="en-US" sz="1700" dirty="0" err="1"/>
              <a:t>mesela</a:t>
            </a:r>
            <a:r>
              <a:rPr lang="en-US" sz="1700" dirty="0"/>
              <a:t> 3 </a:t>
            </a:r>
            <a:r>
              <a:rPr lang="en-US" sz="1700" dirty="0" err="1"/>
              <a:t>kişi</a:t>
            </a:r>
            <a:r>
              <a:rPr lang="en-US" sz="1700" dirty="0"/>
              <a:t>” </a:t>
            </a:r>
            <a:r>
              <a:rPr lang="en-US" sz="1700" dirty="0" err="1"/>
              <a:t>olabilir</a:t>
            </a:r>
            <a:r>
              <a:rPr lang="en-US" sz="1700" dirty="0"/>
              <a:t>.</a:t>
            </a:r>
          </a:p>
          <a:p>
            <a:r>
              <a:rPr lang="en-US" sz="1700" dirty="0"/>
              <a:t>Örnek:</a:t>
            </a:r>
          </a:p>
          <a:p>
            <a:r>
              <a:rPr lang="en-US" sz="1700" dirty="0" err="1"/>
              <a:t>Aynı</a:t>
            </a:r>
            <a:r>
              <a:rPr lang="en-US" sz="1700" dirty="0"/>
              <a:t> </a:t>
            </a:r>
            <a:r>
              <a:rPr lang="en-US" sz="1700" dirty="0" err="1"/>
              <a:t>anda</a:t>
            </a:r>
            <a:r>
              <a:rPr lang="en-US" sz="1700" dirty="0"/>
              <a:t> </a:t>
            </a:r>
            <a:r>
              <a:rPr lang="en-US" sz="1700" dirty="0" err="1"/>
              <a:t>en</a:t>
            </a:r>
            <a:r>
              <a:rPr lang="en-US" sz="1700" dirty="0"/>
              <a:t> </a:t>
            </a:r>
            <a:r>
              <a:rPr lang="en-US" sz="1700" dirty="0" err="1"/>
              <a:t>fazla</a:t>
            </a:r>
            <a:r>
              <a:rPr lang="en-US" sz="1700" dirty="0"/>
              <a:t> 3 </a:t>
            </a:r>
            <a:r>
              <a:rPr lang="en-US" sz="1700" dirty="0" err="1"/>
              <a:t>bağlantıya</a:t>
            </a:r>
            <a:r>
              <a:rPr lang="en-US" sz="1700" dirty="0"/>
              <a:t> </a:t>
            </a:r>
            <a:r>
              <a:rPr lang="en-US" sz="1700" dirty="0" err="1"/>
              <a:t>izin</a:t>
            </a:r>
            <a:r>
              <a:rPr lang="en-US" sz="1700" dirty="0"/>
              <a:t> </a:t>
            </a:r>
            <a:r>
              <a:rPr lang="en-US" sz="1700" dirty="0" err="1"/>
              <a:t>vermek</a:t>
            </a:r>
            <a:r>
              <a:rPr lang="en-US" sz="1700" dirty="0"/>
              <a:t> </a:t>
            </a:r>
            <a:r>
              <a:rPr lang="en-US" sz="1700" dirty="0" err="1"/>
              <a:t>istiyorsun</a:t>
            </a:r>
            <a:r>
              <a:rPr lang="en-US" sz="1700" dirty="0"/>
              <a:t>.</a:t>
            </a:r>
          </a:p>
          <a:p>
            <a:r>
              <a:rPr lang="en-US" sz="1700" dirty="0"/>
              <a:t>Semaphore </a:t>
            </a:r>
            <a:r>
              <a:rPr lang="en-US" sz="1700" dirty="0" err="1"/>
              <a:t>değeri</a:t>
            </a:r>
            <a:r>
              <a:rPr lang="en-US" sz="1700" dirty="0"/>
              <a:t> = 3:</a:t>
            </a:r>
          </a:p>
          <a:p>
            <a:pPr lvl="1"/>
            <a:r>
              <a:rPr lang="en-US" sz="1700" dirty="0"/>
              <a:t>Her yeni thread </a:t>
            </a:r>
            <a:r>
              <a:rPr lang="en-US" sz="1700" dirty="0" err="1"/>
              <a:t>içeri</a:t>
            </a:r>
            <a:r>
              <a:rPr lang="en-US" sz="1700" dirty="0"/>
              <a:t> </a:t>
            </a:r>
            <a:r>
              <a:rPr lang="en-US" sz="1700" dirty="0" err="1"/>
              <a:t>girerken</a:t>
            </a:r>
            <a:r>
              <a:rPr lang="en-US" sz="1700" dirty="0"/>
              <a:t> </a:t>
            </a:r>
            <a:r>
              <a:rPr lang="en-US" sz="1700" dirty="0" err="1"/>
              <a:t>değeri</a:t>
            </a:r>
            <a:r>
              <a:rPr lang="en-US" sz="1700" dirty="0"/>
              <a:t> 1 </a:t>
            </a:r>
            <a:r>
              <a:rPr lang="en-US" sz="1700" dirty="0" err="1"/>
              <a:t>azaltır</a:t>
            </a:r>
            <a:r>
              <a:rPr lang="en-US" sz="1700" dirty="0"/>
              <a:t>.</a:t>
            </a:r>
          </a:p>
          <a:p>
            <a:pPr lvl="1"/>
            <a:r>
              <a:rPr lang="en-US" sz="1700" dirty="0"/>
              <a:t>Değer 0 </a:t>
            </a:r>
            <a:r>
              <a:rPr lang="en-US" sz="1700" dirty="0" err="1"/>
              <a:t>olunca</a:t>
            </a:r>
            <a:r>
              <a:rPr lang="en-US" sz="1700" dirty="0"/>
              <a:t> yeni </a:t>
            </a:r>
            <a:r>
              <a:rPr lang="en-US" sz="1700" dirty="0" err="1"/>
              <a:t>gelenler</a:t>
            </a:r>
            <a:r>
              <a:rPr lang="en-US" sz="1700" dirty="0"/>
              <a:t> </a:t>
            </a:r>
            <a:r>
              <a:rPr lang="en-US" sz="1700" dirty="0" err="1"/>
              <a:t>bekler</a:t>
            </a:r>
            <a:r>
              <a:rPr lang="en-US" sz="1700" dirty="0"/>
              <a:t>.</a:t>
            </a:r>
          </a:p>
          <a:p>
            <a:pPr lvl="1"/>
            <a:r>
              <a:rPr lang="en-US" sz="1700" dirty="0" err="1"/>
              <a:t>Çıkanlar</a:t>
            </a:r>
            <a:r>
              <a:rPr lang="en-US" sz="1700" dirty="0"/>
              <a:t> </a:t>
            </a:r>
            <a:r>
              <a:rPr lang="en-US" sz="1700" dirty="0" err="1"/>
              <a:t>değeri</a:t>
            </a:r>
            <a:r>
              <a:rPr lang="en-US" sz="1700" dirty="0"/>
              <a:t> 1 </a:t>
            </a:r>
            <a:r>
              <a:rPr lang="en-US" sz="1700" dirty="0" err="1"/>
              <a:t>arttırır</a:t>
            </a:r>
            <a:r>
              <a:rPr lang="en-US" sz="1700" dirty="0"/>
              <a:t>.</a:t>
            </a:r>
          </a:p>
          <a:p>
            <a:pPr marL="0"/>
            <a:endParaRPr lang="en-US" sz="17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etin kutusu 4">
            <a:extLst>
              <a:ext uri="{FF2B5EF4-FFF2-40B4-BE49-F238E27FC236}">
                <a16:creationId xmlns:a16="http://schemas.microsoft.com/office/drawing/2014/main" id="{7545F349-1E04-3294-FC81-D711F0A93C1D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Örneğin: Otoparkta 3 araçlık yer var. Kapıda görevli (semaphore) “şu an 3’teyiz, dolu, bekleyin” diyor.</a:t>
            </a:r>
          </a:p>
        </p:txBody>
      </p:sp>
    </p:spTree>
    <p:extLst>
      <p:ext uri="{BB962C8B-B14F-4D97-AF65-F5344CB8AC3E}">
        <p14:creationId xmlns:p14="http://schemas.microsoft.com/office/powerpoint/2010/main" val="3952694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4931C2B-7CF0-CCF9-6AD6-3029CB5AE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tr-TR" sz="4000">
                <a:solidFill>
                  <a:srgbClr val="FFFFFF"/>
                </a:solidFill>
              </a:rPr>
              <a:t>Kısaca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6B5C2D8-EA2A-2CC1-4503-A19DA8E3F5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950522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0776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739</Words>
  <Application>Microsoft Macintosh PowerPoint</Application>
  <PresentationFormat>Geniş ekran</PresentationFormat>
  <Paragraphs>77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Teması</vt:lpstr>
      <vt:lpstr>Multitasking</vt:lpstr>
      <vt:lpstr>Process nedir?</vt:lpstr>
      <vt:lpstr>Multiprocessing nedir?</vt:lpstr>
      <vt:lpstr>Multiprocessing</vt:lpstr>
      <vt:lpstr>Thread nedir?</vt:lpstr>
      <vt:lpstr>PowerPoint Sunusu</vt:lpstr>
      <vt:lpstr>Race condition nedir?</vt:lpstr>
      <vt:lpstr>Race condition nedir?</vt:lpstr>
      <vt:lpstr>lock / mutex</vt:lpstr>
      <vt:lpstr>Semaphore</vt:lpstr>
      <vt:lpstr>Kısaca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Ayhan ARISOY</dc:creator>
  <cp:lastModifiedBy>Ayhan ARISOY</cp:lastModifiedBy>
  <cp:revision>32</cp:revision>
  <dcterms:created xsi:type="dcterms:W3CDTF">2025-12-08T19:23:14Z</dcterms:created>
  <dcterms:modified xsi:type="dcterms:W3CDTF">2025-12-09T10:26:42Z</dcterms:modified>
</cp:coreProperties>
</file>